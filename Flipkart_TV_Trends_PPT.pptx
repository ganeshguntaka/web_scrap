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2"/>
  </p:notesMasterIdLst>
  <p:sldIdLst>
    <p:sldId id="256" r:id="rId2"/>
    <p:sldId id="280" r:id="rId3"/>
    <p:sldId id="299" r:id="rId4"/>
    <p:sldId id="261" r:id="rId5"/>
    <p:sldId id="281" r:id="rId6"/>
    <p:sldId id="263" r:id="rId7"/>
    <p:sldId id="264" r:id="rId8"/>
    <p:sldId id="265" r:id="rId9"/>
    <p:sldId id="266" r:id="rId10"/>
    <p:sldId id="282" r:id="rId11"/>
    <p:sldId id="300" r:id="rId12"/>
    <p:sldId id="301" r:id="rId13"/>
    <p:sldId id="302" r:id="rId14"/>
    <p:sldId id="303" r:id="rId15"/>
    <p:sldId id="304" r:id="rId16"/>
    <p:sldId id="295" r:id="rId17"/>
    <p:sldId id="276" r:id="rId18"/>
    <p:sldId id="297" r:id="rId19"/>
    <p:sldId id="298" r:id="rId20"/>
    <p:sldId id="25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1" roundtripDataSignature="AMtx7mhnFQsu0qTBRZ+C47HNp0tuHCNko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BD7D8F0-C4A6-4675-8AD4-5EE44EB496E3}" v="281" dt="2025-11-07T09:24:41.6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002" autoAdjust="0"/>
    <p:restoredTop sz="93374" autoAdjust="0"/>
  </p:normalViewPr>
  <p:slideViewPr>
    <p:cSldViewPr snapToGrid="0">
      <p:cViewPr varScale="1">
        <p:scale>
          <a:sx n="72" d="100"/>
          <a:sy n="72" d="100"/>
        </p:scale>
        <p:origin x="496"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openxmlformats.org/officeDocument/2006/relationships/presProps" Target="presProps.xml"/><Relationship Id="rId37"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35"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ndra varma" userId="56997086d4a782bb" providerId="LiveId" clId="{4B58ECD2-30D5-4669-B1B5-5761DB711AE7}"/>
    <pc:docChg chg="undo custSel addSld delSld modSld sldOrd">
      <pc:chgData name="chandra varma" userId="56997086d4a782bb" providerId="LiveId" clId="{4B58ECD2-30D5-4669-B1B5-5761DB711AE7}" dt="2025-11-07T09:44:24.799" v="1915" actId="12"/>
      <pc:docMkLst>
        <pc:docMk/>
      </pc:docMkLst>
      <pc:sldChg chg="modSp mod">
        <pc:chgData name="chandra varma" userId="56997086d4a782bb" providerId="LiveId" clId="{4B58ECD2-30D5-4669-B1B5-5761DB711AE7}" dt="2025-11-07T07:50:38.332" v="1502" actId="1076"/>
        <pc:sldMkLst>
          <pc:docMk/>
          <pc:sldMk cId="0" sldId="256"/>
        </pc:sldMkLst>
        <pc:spChg chg="mod">
          <ac:chgData name="chandra varma" userId="56997086d4a782bb" providerId="LiveId" clId="{4B58ECD2-30D5-4669-B1B5-5761DB711AE7}" dt="2025-11-07T07:49:35.699" v="1495" actId="2711"/>
          <ac:spMkLst>
            <pc:docMk/>
            <pc:sldMk cId="0" sldId="256"/>
            <ac:spMk id="4" creationId="{EBCC5244-CD1C-B957-E40D-E5D18679EF2B}"/>
          </ac:spMkLst>
        </pc:spChg>
        <pc:picChg chg="mod">
          <ac:chgData name="chandra varma" userId="56997086d4a782bb" providerId="LiveId" clId="{4B58ECD2-30D5-4669-B1B5-5761DB711AE7}" dt="2025-11-07T07:50:38.332" v="1502" actId="1076"/>
          <ac:picMkLst>
            <pc:docMk/>
            <pc:sldMk cId="0" sldId="256"/>
            <ac:picMk id="7" creationId="{00000000-0000-0000-0000-000000000000}"/>
          </ac:picMkLst>
        </pc:picChg>
        <pc:picChg chg="mod">
          <ac:chgData name="chandra varma" userId="56997086d4a782bb" providerId="LiveId" clId="{4B58ECD2-30D5-4669-B1B5-5761DB711AE7}" dt="2025-11-06T11:39:17.386" v="464" actId="1036"/>
          <ac:picMkLst>
            <pc:docMk/>
            <pc:sldMk cId="0" sldId="256"/>
            <ac:picMk id="98" creationId="{00000000-0000-0000-0000-000000000000}"/>
          </ac:picMkLst>
        </pc:picChg>
      </pc:sldChg>
      <pc:sldChg chg="addSp delSp modSp mod">
        <pc:chgData name="chandra varma" userId="56997086d4a782bb" providerId="LiveId" clId="{4B58ECD2-30D5-4669-B1B5-5761DB711AE7}" dt="2025-11-07T07:41:17.499" v="1441" actId="1076"/>
        <pc:sldMkLst>
          <pc:docMk/>
          <pc:sldMk cId="0" sldId="259"/>
        </pc:sldMkLst>
        <pc:spChg chg="add del mod">
          <ac:chgData name="chandra varma" userId="56997086d4a782bb" providerId="LiveId" clId="{4B58ECD2-30D5-4669-B1B5-5761DB711AE7}" dt="2025-11-07T07:40:26.745" v="1418"/>
          <ac:spMkLst>
            <pc:docMk/>
            <pc:sldMk cId="0" sldId="259"/>
            <ac:spMk id="2" creationId="{DAC2891B-6495-ADF9-5E7E-2A03F08B1D3C}"/>
          </ac:spMkLst>
        </pc:spChg>
        <pc:spChg chg="add mod">
          <ac:chgData name="chandra varma" userId="56997086d4a782bb" providerId="LiveId" clId="{4B58ECD2-30D5-4669-B1B5-5761DB711AE7}" dt="2025-11-07T07:41:17.499" v="1441" actId="1076"/>
          <ac:spMkLst>
            <pc:docMk/>
            <pc:sldMk cId="0" sldId="259"/>
            <ac:spMk id="6" creationId="{0BB46504-EA6E-8AC7-D418-2D9996D94562}"/>
          </ac:spMkLst>
        </pc:spChg>
        <pc:picChg chg="del">
          <ac:chgData name="chandra varma" userId="56997086d4a782bb" providerId="LiveId" clId="{4B58ECD2-30D5-4669-B1B5-5761DB711AE7}" dt="2025-11-07T06:55:02.488" v="1278" actId="478"/>
          <ac:picMkLst>
            <pc:docMk/>
            <pc:sldMk cId="0" sldId="259"/>
            <ac:picMk id="4" creationId="{20A35851-7728-0177-9AC4-06858B17C9C5}"/>
          </ac:picMkLst>
        </pc:picChg>
        <pc:picChg chg="add mod">
          <ac:chgData name="chandra varma" userId="56997086d4a782bb" providerId="LiveId" clId="{4B58ECD2-30D5-4669-B1B5-5761DB711AE7}" dt="2025-11-07T07:40:25.966" v="1416" actId="1076"/>
          <ac:picMkLst>
            <pc:docMk/>
            <pc:sldMk cId="0" sldId="259"/>
            <ac:picMk id="5" creationId="{91342355-4663-1DCA-A183-46F0F8541D4B}"/>
          </ac:picMkLst>
        </pc:picChg>
      </pc:sldChg>
      <pc:sldChg chg="delSp modSp mod">
        <pc:chgData name="chandra varma" userId="56997086d4a782bb" providerId="LiveId" clId="{4B58ECD2-30D5-4669-B1B5-5761DB711AE7}" dt="2025-11-07T07:02:20.317" v="1308" actId="14100"/>
        <pc:sldMkLst>
          <pc:docMk/>
          <pc:sldMk cId="2859894128" sldId="261"/>
        </pc:sldMkLst>
        <pc:spChg chg="mod">
          <ac:chgData name="chandra varma" userId="56997086d4a782bb" providerId="LiveId" clId="{4B58ECD2-30D5-4669-B1B5-5761DB711AE7}" dt="2025-11-06T11:54:09.822" v="501" actId="2711"/>
          <ac:spMkLst>
            <pc:docMk/>
            <pc:sldMk cId="2859894128" sldId="261"/>
            <ac:spMk id="3" creationId="{D0E2DCD9-A327-3BE0-5E99-2B80AB2BF98B}"/>
          </ac:spMkLst>
        </pc:spChg>
        <pc:picChg chg="mod">
          <ac:chgData name="chandra varma" userId="56997086d4a782bb" providerId="LiveId" clId="{4B58ECD2-30D5-4669-B1B5-5761DB711AE7}" dt="2025-11-07T07:02:07.944" v="1305" actId="14100"/>
          <ac:picMkLst>
            <pc:docMk/>
            <pc:sldMk cId="2859894128" sldId="261"/>
            <ac:picMk id="9" creationId="{00000000-0000-0000-0000-000000000000}"/>
          </ac:picMkLst>
        </pc:picChg>
        <pc:picChg chg="del">
          <ac:chgData name="chandra varma" userId="56997086d4a782bb" providerId="LiveId" clId="{4B58ECD2-30D5-4669-B1B5-5761DB711AE7}" dt="2025-11-07T07:01:49.878" v="1300" actId="478"/>
          <ac:picMkLst>
            <pc:docMk/>
            <pc:sldMk cId="2859894128" sldId="261"/>
            <ac:picMk id="10" creationId="{00000000-0000-0000-0000-000000000000}"/>
          </ac:picMkLst>
        </pc:picChg>
        <pc:picChg chg="mod">
          <ac:chgData name="chandra varma" userId="56997086d4a782bb" providerId="LiveId" clId="{4B58ECD2-30D5-4669-B1B5-5761DB711AE7}" dt="2025-11-07T07:02:20.317" v="1308" actId="14100"/>
          <ac:picMkLst>
            <pc:docMk/>
            <pc:sldMk cId="2859894128" sldId="261"/>
            <ac:picMk id="11" creationId="{00000000-0000-0000-0000-000000000000}"/>
          </ac:picMkLst>
        </pc:picChg>
      </pc:sldChg>
      <pc:sldChg chg="addSp delSp modSp mod">
        <pc:chgData name="chandra varma" userId="56997086d4a782bb" providerId="LiveId" clId="{4B58ECD2-30D5-4669-B1B5-5761DB711AE7}" dt="2025-11-07T07:35:23.066" v="1407" actId="1076"/>
        <pc:sldMkLst>
          <pc:docMk/>
          <pc:sldMk cId="3991027905" sldId="263"/>
        </pc:sldMkLst>
        <pc:spChg chg="mod">
          <ac:chgData name="chandra varma" userId="56997086d4a782bb" providerId="LiveId" clId="{4B58ECD2-30D5-4669-B1B5-5761DB711AE7}" dt="2025-11-07T06:57:33.323" v="1298" actId="120"/>
          <ac:spMkLst>
            <pc:docMk/>
            <pc:sldMk cId="3991027905" sldId="263"/>
            <ac:spMk id="2" creationId="{EEEAFAD8-355A-6C86-DAAE-3E3F9DC686CB}"/>
          </ac:spMkLst>
        </pc:spChg>
        <pc:spChg chg="mod">
          <ac:chgData name="chandra varma" userId="56997086d4a782bb" providerId="LiveId" clId="{4B58ECD2-30D5-4669-B1B5-5761DB711AE7}" dt="2025-11-07T07:31:02.626" v="1402" actId="1076"/>
          <ac:spMkLst>
            <pc:docMk/>
            <pc:sldMk cId="3991027905" sldId="263"/>
            <ac:spMk id="3" creationId="{552E286A-B439-A981-0498-5FBB8AF70FC4}"/>
          </ac:spMkLst>
        </pc:spChg>
        <pc:spChg chg="add del mod">
          <ac:chgData name="chandra varma" userId="56997086d4a782bb" providerId="LiveId" clId="{4B58ECD2-30D5-4669-B1B5-5761DB711AE7}" dt="2025-11-07T07:31:10.120" v="1404"/>
          <ac:spMkLst>
            <pc:docMk/>
            <pc:sldMk cId="3991027905" sldId="263"/>
            <ac:spMk id="4" creationId="{DD7FB3CF-6EEC-5CC3-5B12-CD18500C9F7F}"/>
          </ac:spMkLst>
        </pc:spChg>
        <pc:picChg chg="add mod">
          <ac:chgData name="chandra varma" userId="56997086d4a782bb" providerId="LiveId" clId="{4B58ECD2-30D5-4669-B1B5-5761DB711AE7}" dt="2025-11-07T07:35:23.066" v="1407" actId="1076"/>
          <ac:picMkLst>
            <pc:docMk/>
            <pc:sldMk cId="3991027905" sldId="263"/>
            <ac:picMk id="6" creationId="{B7BA1D8B-FB16-B49A-7B28-7F383B9D14F5}"/>
          </ac:picMkLst>
        </pc:picChg>
      </pc:sldChg>
      <pc:sldChg chg="modSp mod ord">
        <pc:chgData name="chandra varma" userId="56997086d4a782bb" providerId="LiveId" clId="{4B58ECD2-30D5-4669-B1B5-5761DB711AE7}" dt="2025-11-07T07:51:50.587" v="1509" actId="1076"/>
        <pc:sldMkLst>
          <pc:docMk/>
          <pc:sldMk cId="3434322822" sldId="264"/>
        </pc:sldMkLst>
        <pc:spChg chg="mod">
          <ac:chgData name="chandra varma" userId="56997086d4a782bb" providerId="LiveId" clId="{4B58ECD2-30D5-4669-B1B5-5761DB711AE7}" dt="2025-11-07T07:51:07.327" v="1503" actId="1076"/>
          <ac:spMkLst>
            <pc:docMk/>
            <pc:sldMk cId="3434322822" sldId="264"/>
            <ac:spMk id="2" creationId="{E1C52877-0C48-5832-A3A6-F82C9EE642F6}"/>
          </ac:spMkLst>
        </pc:spChg>
        <pc:picChg chg="mod">
          <ac:chgData name="chandra varma" userId="56997086d4a782bb" providerId="LiveId" clId="{4B58ECD2-30D5-4669-B1B5-5761DB711AE7}" dt="2025-11-07T07:51:32.259" v="1506" actId="1076"/>
          <ac:picMkLst>
            <pc:docMk/>
            <pc:sldMk cId="3434322822" sldId="264"/>
            <ac:picMk id="3" creationId="{65CBCFCE-FD98-D992-1C08-65F5EFEB6145}"/>
          </ac:picMkLst>
        </pc:picChg>
        <pc:picChg chg="mod">
          <ac:chgData name="chandra varma" userId="56997086d4a782bb" providerId="LiveId" clId="{4B58ECD2-30D5-4669-B1B5-5761DB711AE7}" dt="2025-11-07T07:51:19.969" v="1505" actId="1076"/>
          <ac:picMkLst>
            <pc:docMk/>
            <pc:sldMk cId="3434322822" sldId="264"/>
            <ac:picMk id="3076" creationId="{7091940F-394A-C4D9-49A9-28A0D53A39C1}"/>
          </ac:picMkLst>
        </pc:picChg>
        <pc:picChg chg="mod">
          <ac:chgData name="chandra varma" userId="56997086d4a782bb" providerId="LiveId" clId="{4B58ECD2-30D5-4669-B1B5-5761DB711AE7}" dt="2025-11-07T07:51:44.823" v="1508" actId="1076"/>
          <ac:picMkLst>
            <pc:docMk/>
            <pc:sldMk cId="3434322822" sldId="264"/>
            <ac:picMk id="3078" creationId="{D143134B-5DDE-9DA9-C904-C2C12CE774FA}"/>
          </ac:picMkLst>
        </pc:picChg>
        <pc:picChg chg="mod">
          <ac:chgData name="chandra varma" userId="56997086d4a782bb" providerId="LiveId" clId="{4B58ECD2-30D5-4669-B1B5-5761DB711AE7}" dt="2025-11-07T07:51:38.056" v="1507" actId="1076"/>
          <ac:picMkLst>
            <pc:docMk/>
            <pc:sldMk cId="3434322822" sldId="264"/>
            <ac:picMk id="3082" creationId="{EC2EC784-CEE9-A58C-1939-2AA806F63672}"/>
          </ac:picMkLst>
        </pc:picChg>
        <pc:picChg chg="mod">
          <ac:chgData name="chandra varma" userId="56997086d4a782bb" providerId="LiveId" clId="{4B58ECD2-30D5-4669-B1B5-5761DB711AE7}" dt="2025-11-07T07:51:11.715" v="1504" actId="1076"/>
          <ac:picMkLst>
            <pc:docMk/>
            <pc:sldMk cId="3434322822" sldId="264"/>
            <ac:picMk id="3084" creationId="{81ABF712-4AED-CDA3-4D98-A52C78496C5D}"/>
          </ac:picMkLst>
        </pc:picChg>
        <pc:picChg chg="mod">
          <ac:chgData name="chandra varma" userId="56997086d4a782bb" providerId="LiveId" clId="{4B58ECD2-30D5-4669-B1B5-5761DB711AE7}" dt="2025-11-07T07:51:50.587" v="1509" actId="1076"/>
          <ac:picMkLst>
            <pc:docMk/>
            <pc:sldMk cId="3434322822" sldId="264"/>
            <ac:picMk id="3086" creationId="{7EC87C6C-8C0E-53D2-B133-B39020CFBBF3}"/>
          </ac:picMkLst>
        </pc:picChg>
      </pc:sldChg>
      <pc:sldChg chg="addSp delSp modSp mod modAnim">
        <pc:chgData name="chandra varma" userId="56997086d4a782bb" providerId="LiveId" clId="{4B58ECD2-30D5-4669-B1B5-5761DB711AE7}" dt="2025-11-07T07:15:35.608" v="1364" actId="14100"/>
        <pc:sldMkLst>
          <pc:docMk/>
          <pc:sldMk cId="296424644" sldId="265"/>
        </pc:sldMkLst>
        <pc:spChg chg="mod">
          <ac:chgData name="chandra varma" userId="56997086d4a782bb" providerId="LiveId" clId="{4B58ECD2-30D5-4669-B1B5-5761DB711AE7}" dt="2025-11-06T18:30:45.786" v="587" actId="1076"/>
          <ac:spMkLst>
            <pc:docMk/>
            <pc:sldMk cId="296424644" sldId="265"/>
            <ac:spMk id="2" creationId="{30AF9875-408F-AAEB-E616-9F7F913C414D}"/>
          </ac:spMkLst>
        </pc:spChg>
        <pc:spChg chg="mod">
          <ac:chgData name="chandra varma" userId="56997086d4a782bb" providerId="LiveId" clId="{4B58ECD2-30D5-4669-B1B5-5761DB711AE7}" dt="2025-11-07T07:12:25.445" v="1344" actId="14100"/>
          <ac:spMkLst>
            <pc:docMk/>
            <pc:sldMk cId="296424644" sldId="265"/>
            <ac:spMk id="5" creationId="{8CBABC51-E6DE-FD43-74F8-6AC7547F18CD}"/>
          </ac:spMkLst>
        </pc:spChg>
        <pc:spChg chg="add del mod">
          <ac:chgData name="chandra varma" userId="56997086d4a782bb" providerId="LiveId" clId="{4B58ECD2-30D5-4669-B1B5-5761DB711AE7}" dt="2025-11-07T07:15:21.377" v="1360"/>
          <ac:spMkLst>
            <pc:docMk/>
            <pc:sldMk cId="296424644" sldId="265"/>
            <ac:spMk id="6" creationId="{99019EDE-5C25-6C78-FD11-0AD9342B2870}"/>
          </ac:spMkLst>
        </pc:spChg>
        <pc:picChg chg="del">
          <ac:chgData name="chandra varma" userId="56997086d4a782bb" providerId="LiveId" clId="{4B58ECD2-30D5-4669-B1B5-5761DB711AE7}" dt="2025-11-06T12:05:52.033" v="534" actId="478"/>
          <ac:picMkLst>
            <pc:docMk/>
            <pc:sldMk cId="296424644" sldId="265"/>
            <ac:picMk id="3" creationId="{00000000-0000-0000-0000-000000000000}"/>
          </ac:picMkLst>
        </pc:picChg>
        <pc:picChg chg="del">
          <ac:chgData name="chandra varma" userId="56997086d4a782bb" providerId="LiveId" clId="{4B58ECD2-30D5-4669-B1B5-5761DB711AE7}" dt="2025-11-06T12:05:54.761" v="535" actId="478"/>
          <ac:picMkLst>
            <pc:docMk/>
            <pc:sldMk cId="296424644" sldId="265"/>
            <ac:picMk id="4" creationId="{00000000-0000-0000-0000-000000000000}"/>
          </ac:picMkLst>
        </pc:picChg>
        <pc:picChg chg="add del mod">
          <ac:chgData name="chandra varma" userId="56997086d4a782bb" providerId="LiveId" clId="{4B58ECD2-30D5-4669-B1B5-5761DB711AE7}" dt="2025-11-07T07:15:21.373" v="1358" actId="478"/>
          <ac:picMkLst>
            <pc:docMk/>
            <pc:sldMk cId="296424644" sldId="265"/>
            <ac:picMk id="8" creationId="{1C4382B0-60D5-F2B6-D62C-C7BE81DF525B}"/>
          </ac:picMkLst>
        </pc:picChg>
        <pc:picChg chg="add mod">
          <ac:chgData name="chandra varma" userId="56997086d4a782bb" providerId="LiveId" clId="{4B58ECD2-30D5-4669-B1B5-5761DB711AE7}" dt="2025-11-07T07:15:35.608" v="1364" actId="14100"/>
          <ac:picMkLst>
            <pc:docMk/>
            <pc:sldMk cId="296424644" sldId="265"/>
            <ac:picMk id="10" creationId="{DFEBBC63-6DC9-299B-973E-2D481753F4F0}"/>
          </ac:picMkLst>
        </pc:picChg>
      </pc:sldChg>
      <pc:sldChg chg="addSp delSp modSp mod modAnim">
        <pc:chgData name="chandra varma" userId="56997086d4a782bb" providerId="LiveId" clId="{4B58ECD2-30D5-4669-B1B5-5761DB711AE7}" dt="2025-11-07T07:10:00.350" v="1343"/>
        <pc:sldMkLst>
          <pc:docMk/>
          <pc:sldMk cId="3244275708" sldId="266"/>
        </pc:sldMkLst>
        <pc:spChg chg="mod">
          <ac:chgData name="chandra varma" userId="56997086d4a782bb" providerId="LiveId" clId="{4B58ECD2-30D5-4669-B1B5-5761DB711AE7}" dt="2025-11-07T07:06:55.993" v="1334" actId="1076"/>
          <ac:spMkLst>
            <pc:docMk/>
            <pc:sldMk cId="3244275708" sldId="266"/>
            <ac:spMk id="2" creationId="{A3E33525-D926-CE9E-E017-A7BE8655ED3C}"/>
          </ac:spMkLst>
        </pc:spChg>
        <pc:spChg chg="mod">
          <ac:chgData name="chandra varma" userId="56997086d4a782bb" providerId="LiveId" clId="{4B58ECD2-30D5-4669-B1B5-5761DB711AE7}" dt="2025-11-07T07:06:45.799" v="1333" actId="1076"/>
          <ac:spMkLst>
            <pc:docMk/>
            <pc:sldMk cId="3244275708" sldId="266"/>
            <ac:spMk id="4" creationId="{3B15DCCC-4D7B-11A3-E7AE-A55D7E9A484F}"/>
          </ac:spMkLst>
        </pc:spChg>
        <pc:spChg chg="add del mod">
          <ac:chgData name="chandra varma" userId="56997086d4a782bb" providerId="LiveId" clId="{4B58ECD2-30D5-4669-B1B5-5761DB711AE7}" dt="2025-11-07T07:10:00.350" v="1343"/>
          <ac:spMkLst>
            <pc:docMk/>
            <pc:sldMk cId="3244275708" sldId="266"/>
            <ac:spMk id="5" creationId="{C0143375-D047-A001-6289-8424EDCA22AF}"/>
          </ac:spMkLst>
        </pc:spChg>
        <pc:picChg chg="del mod">
          <ac:chgData name="chandra varma" userId="56997086d4a782bb" providerId="LiveId" clId="{4B58ECD2-30D5-4669-B1B5-5761DB711AE7}" dt="2025-11-06T18:28:43.979" v="569" actId="478"/>
          <ac:picMkLst>
            <pc:docMk/>
            <pc:sldMk cId="3244275708" sldId="266"/>
            <ac:picMk id="3" creationId="{00000000-0000-0000-0000-000000000000}"/>
          </ac:picMkLst>
        </pc:picChg>
        <pc:picChg chg="add mod">
          <ac:chgData name="chandra varma" userId="56997086d4a782bb" providerId="LiveId" clId="{4B58ECD2-30D5-4669-B1B5-5761DB711AE7}" dt="2025-11-07T07:09:59.481" v="1341" actId="1076"/>
          <ac:picMkLst>
            <pc:docMk/>
            <pc:sldMk cId="3244275708" sldId="266"/>
            <ac:picMk id="7" creationId="{541C18EC-CB91-24CB-B30D-190C3F61ABC6}"/>
          </ac:picMkLst>
        </pc:picChg>
      </pc:sldChg>
      <pc:sldChg chg="modSp add del mod">
        <pc:chgData name="chandra varma" userId="56997086d4a782bb" providerId="LiveId" clId="{4B58ECD2-30D5-4669-B1B5-5761DB711AE7}" dt="2025-11-07T06:41:06.113" v="1243" actId="47"/>
        <pc:sldMkLst>
          <pc:docMk/>
          <pc:sldMk cId="3268474259" sldId="267"/>
        </pc:sldMkLst>
        <pc:spChg chg="mod">
          <ac:chgData name="chandra varma" userId="56997086d4a782bb" providerId="LiveId" clId="{4B58ECD2-30D5-4669-B1B5-5761DB711AE7}" dt="2025-11-06T18:41:29.196" v="614" actId="20577"/>
          <ac:spMkLst>
            <pc:docMk/>
            <pc:sldMk cId="3268474259" sldId="267"/>
            <ac:spMk id="2" creationId="{F07B0041-6786-98A5-A78C-5FFC636E6C5B}"/>
          </ac:spMkLst>
        </pc:spChg>
      </pc:sldChg>
      <pc:sldChg chg="addSp delSp modSp mod">
        <pc:chgData name="chandra varma" userId="56997086d4a782bb" providerId="LiveId" clId="{4B58ECD2-30D5-4669-B1B5-5761DB711AE7}" dt="2025-11-07T06:45:08.109" v="1272" actId="120"/>
        <pc:sldMkLst>
          <pc:docMk/>
          <pc:sldMk cId="1644687032" sldId="276"/>
        </pc:sldMkLst>
        <pc:spChg chg="mod">
          <ac:chgData name="chandra varma" userId="56997086d4a782bb" providerId="LiveId" clId="{4B58ECD2-30D5-4669-B1B5-5761DB711AE7}" dt="2025-11-07T06:45:08.109" v="1272" actId="120"/>
          <ac:spMkLst>
            <pc:docMk/>
            <pc:sldMk cId="1644687032" sldId="276"/>
            <ac:spMk id="2" creationId="{ECCB9DEF-89CA-A2D6-D3EC-477F8E778C84}"/>
          </ac:spMkLst>
        </pc:spChg>
        <pc:spChg chg="add del mod">
          <ac:chgData name="chandra varma" userId="56997086d4a782bb" providerId="LiveId" clId="{4B58ECD2-30D5-4669-B1B5-5761DB711AE7}" dt="2025-11-07T06:44:39.526" v="1267" actId="1076"/>
          <ac:spMkLst>
            <pc:docMk/>
            <pc:sldMk cId="1644687032" sldId="276"/>
            <ac:spMk id="3" creationId="{84349C44-851A-CFAB-D592-1288E810F772}"/>
          </ac:spMkLst>
        </pc:spChg>
        <pc:spChg chg="add del mod">
          <ac:chgData name="chandra varma" userId="56997086d4a782bb" providerId="LiveId" clId="{4B58ECD2-30D5-4669-B1B5-5761DB711AE7}" dt="2025-11-06T19:44:43.188" v="1137" actId="1076"/>
          <ac:spMkLst>
            <pc:docMk/>
            <pc:sldMk cId="1644687032" sldId="276"/>
            <ac:spMk id="4" creationId="{B3B7422F-A42C-D0BC-BCC8-74FDAE65E36E}"/>
          </ac:spMkLst>
        </pc:spChg>
      </pc:sldChg>
      <pc:sldChg chg="addSp delSp modSp mod">
        <pc:chgData name="chandra varma" userId="56997086d4a782bb" providerId="LiveId" clId="{4B58ECD2-30D5-4669-B1B5-5761DB711AE7}" dt="2025-11-07T09:31:25.172" v="1906" actId="1076"/>
        <pc:sldMkLst>
          <pc:docMk/>
          <pc:sldMk cId="1926531273" sldId="280"/>
        </pc:sldMkLst>
        <pc:spChg chg="mod">
          <ac:chgData name="chandra varma" userId="56997086d4a782bb" providerId="LiveId" clId="{4B58ECD2-30D5-4669-B1B5-5761DB711AE7}" dt="2025-11-07T08:57:31.072" v="1511" actId="115"/>
          <ac:spMkLst>
            <pc:docMk/>
            <pc:sldMk cId="1926531273" sldId="280"/>
            <ac:spMk id="2" creationId="{2EA0BCD2-097C-AB08-F476-BFB1E155ADCF}"/>
          </ac:spMkLst>
        </pc:spChg>
        <pc:spChg chg="mod">
          <ac:chgData name="chandra varma" userId="56997086d4a782bb" providerId="LiveId" clId="{4B58ECD2-30D5-4669-B1B5-5761DB711AE7}" dt="2025-11-07T09:31:18.810" v="1905" actId="1076"/>
          <ac:spMkLst>
            <pc:docMk/>
            <pc:sldMk cId="1926531273" sldId="280"/>
            <ac:spMk id="3" creationId="{8732A749-6D4D-68BF-7D83-9A1E95CC8720}"/>
          </ac:spMkLst>
        </pc:spChg>
        <pc:spChg chg="add del mod">
          <ac:chgData name="chandra varma" userId="56997086d4a782bb" providerId="LiveId" clId="{4B58ECD2-30D5-4669-B1B5-5761DB711AE7}" dt="2025-11-07T09:00:25.549" v="1536"/>
          <ac:spMkLst>
            <pc:docMk/>
            <pc:sldMk cId="1926531273" sldId="280"/>
            <ac:spMk id="4" creationId="{B9E0EF51-7694-DD36-9D23-8180332C68A0}"/>
          </ac:spMkLst>
        </pc:spChg>
        <pc:spChg chg="add del mod">
          <ac:chgData name="chandra varma" userId="56997086d4a782bb" providerId="LiveId" clId="{4B58ECD2-30D5-4669-B1B5-5761DB711AE7}" dt="2025-11-07T09:00:37.856" v="1540"/>
          <ac:spMkLst>
            <pc:docMk/>
            <pc:sldMk cId="1926531273" sldId="280"/>
            <ac:spMk id="7" creationId="{CE5714A3-C96B-3DDB-2F38-B88B4A2C419E}"/>
          </ac:spMkLst>
        </pc:spChg>
        <pc:spChg chg="add del mod">
          <ac:chgData name="chandra varma" userId="56997086d4a782bb" providerId="LiveId" clId="{4B58ECD2-30D5-4669-B1B5-5761DB711AE7}" dt="2025-11-07T09:01:24.222" v="1552"/>
          <ac:spMkLst>
            <pc:docMk/>
            <pc:sldMk cId="1926531273" sldId="280"/>
            <ac:spMk id="10" creationId="{F127D36C-1971-D651-5ED6-911ED01792B5}"/>
          </ac:spMkLst>
        </pc:spChg>
        <pc:spChg chg="add del mod">
          <ac:chgData name="chandra varma" userId="56997086d4a782bb" providerId="LiveId" clId="{4B58ECD2-30D5-4669-B1B5-5761DB711AE7}" dt="2025-11-07T09:24:48.201" v="1595" actId="478"/>
          <ac:spMkLst>
            <pc:docMk/>
            <pc:sldMk cId="1926531273" sldId="280"/>
            <ac:spMk id="13" creationId="{57E088D7-3183-594E-0902-B6C4DA5E4E29}"/>
          </ac:spMkLst>
        </pc:spChg>
        <pc:spChg chg="add del mod">
          <ac:chgData name="chandra varma" userId="56997086d4a782bb" providerId="LiveId" clId="{4B58ECD2-30D5-4669-B1B5-5761DB711AE7}" dt="2025-11-07T09:24:57.284" v="1598" actId="478"/>
          <ac:spMkLst>
            <pc:docMk/>
            <pc:sldMk cId="1926531273" sldId="280"/>
            <ac:spMk id="14" creationId="{D3C505F9-D615-AC48-DA27-D72EFD1EF264}"/>
          </ac:spMkLst>
        </pc:spChg>
        <pc:picChg chg="add mod">
          <ac:chgData name="chandra varma" userId="56997086d4a782bb" providerId="LiveId" clId="{4B58ECD2-30D5-4669-B1B5-5761DB711AE7}" dt="2025-11-07T09:31:25.172" v="1906" actId="1076"/>
          <ac:picMkLst>
            <pc:docMk/>
            <pc:sldMk cId="1926531273" sldId="280"/>
            <ac:picMk id="6" creationId="{A81917DB-8401-AA12-DE4B-3A6061B5F775}"/>
          </ac:picMkLst>
        </pc:picChg>
        <pc:picChg chg="add del mod">
          <ac:chgData name="chandra varma" userId="56997086d4a782bb" providerId="LiveId" clId="{4B58ECD2-30D5-4669-B1B5-5761DB711AE7}" dt="2025-11-07T09:24:44.335" v="1593" actId="478"/>
          <ac:picMkLst>
            <pc:docMk/>
            <pc:sldMk cId="1926531273" sldId="280"/>
            <ac:picMk id="9" creationId="{6816D92A-0B8F-8C4B-6A50-048E6F3F0438}"/>
          </ac:picMkLst>
        </pc:picChg>
        <pc:picChg chg="add del mod">
          <ac:chgData name="chandra varma" userId="56997086d4a782bb" providerId="LiveId" clId="{4B58ECD2-30D5-4669-B1B5-5761DB711AE7}" dt="2025-11-07T09:24:46.252" v="1594" actId="478"/>
          <ac:picMkLst>
            <pc:docMk/>
            <pc:sldMk cId="1926531273" sldId="280"/>
            <ac:picMk id="12" creationId="{7BCE3439-F495-3356-ED8B-399476ECCCA5}"/>
          </ac:picMkLst>
        </pc:picChg>
      </pc:sldChg>
      <pc:sldChg chg="modSp mod">
        <pc:chgData name="chandra varma" userId="56997086d4a782bb" providerId="LiveId" clId="{4B58ECD2-30D5-4669-B1B5-5761DB711AE7}" dt="2025-11-07T07:35:40.779" v="1410" actId="1076"/>
        <pc:sldMkLst>
          <pc:docMk/>
          <pc:sldMk cId="3967736100" sldId="281"/>
        </pc:sldMkLst>
        <pc:spChg chg="mod">
          <ac:chgData name="chandra varma" userId="56997086d4a782bb" providerId="LiveId" clId="{4B58ECD2-30D5-4669-B1B5-5761DB711AE7}" dt="2025-11-06T12:02:21.723" v="514" actId="115"/>
          <ac:spMkLst>
            <pc:docMk/>
            <pc:sldMk cId="3967736100" sldId="281"/>
            <ac:spMk id="2" creationId="{AAC757C9-6048-86FD-D462-6C4061560167}"/>
          </ac:spMkLst>
        </pc:spChg>
        <pc:spChg chg="mod">
          <ac:chgData name="chandra varma" userId="56997086d4a782bb" providerId="LiveId" clId="{4B58ECD2-30D5-4669-B1B5-5761DB711AE7}" dt="2025-11-06T12:01:53.065" v="511" actId="1076"/>
          <ac:spMkLst>
            <pc:docMk/>
            <pc:sldMk cId="3967736100" sldId="281"/>
            <ac:spMk id="8" creationId="{220DBD2A-2603-F502-B2D8-6CE9EB49EA78}"/>
          </ac:spMkLst>
        </pc:spChg>
        <pc:picChg chg="mod">
          <ac:chgData name="chandra varma" userId="56997086d4a782bb" providerId="LiveId" clId="{4B58ECD2-30D5-4669-B1B5-5761DB711AE7}" dt="2025-11-07T07:35:40.779" v="1410" actId="1076"/>
          <ac:picMkLst>
            <pc:docMk/>
            <pc:sldMk cId="3967736100" sldId="281"/>
            <ac:picMk id="1026" creationId="{00000000-0000-0000-0000-000000000000}"/>
          </ac:picMkLst>
        </pc:picChg>
      </pc:sldChg>
      <pc:sldChg chg="addSp delSp modSp mod delAnim modAnim">
        <pc:chgData name="chandra varma" userId="56997086d4a782bb" providerId="LiveId" clId="{4B58ECD2-30D5-4669-B1B5-5761DB711AE7}" dt="2025-11-07T07:26:55.087" v="1387" actId="14100"/>
        <pc:sldMkLst>
          <pc:docMk/>
          <pc:sldMk cId="2530832358" sldId="282"/>
        </pc:sldMkLst>
        <pc:spChg chg="add">
          <ac:chgData name="chandra varma" userId="56997086d4a782bb" providerId="LiveId" clId="{4B58ECD2-30D5-4669-B1B5-5761DB711AE7}" dt="2025-11-06T18:33:47.830" v="588"/>
          <ac:spMkLst>
            <pc:docMk/>
            <pc:sldMk cId="2530832358" sldId="282"/>
            <ac:spMk id="3" creationId="{69A314B4-32A2-A443-3F11-93A857837B01}"/>
          </ac:spMkLst>
        </pc:spChg>
        <pc:spChg chg="add mod">
          <ac:chgData name="chandra varma" userId="56997086d4a782bb" providerId="LiveId" clId="{4B58ECD2-30D5-4669-B1B5-5761DB711AE7}" dt="2025-11-06T18:33:53.944" v="590"/>
          <ac:spMkLst>
            <pc:docMk/>
            <pc:sldMk cId="2530832358" sldId="282"/>
            <ac:spMk id="5" creationId="{B73EFFD7-1C98-F658-F3D4-C01EF00168AF}"/>
          </ac:spMkLst>
        </pc:spChg>
        <pc:spChg chg="add mod">
          <ac:chgData name="chandra varma" userId="56997086d4a782bb" providerId="LiveId" clId="{4B58ECD2-30D5-4669-B1B5-5761DB711AE7}" dt="2025-11-07T07:16:20.153" v="1366" actId="1076"/>
          <ac:spMkLst>
            <pc:docMk/>
            <pc:sldMk cId="2530832358" sldId="282"/>
            <ac:spMk id="7" creationId="{104D5466-0A19-F450-9D98-851EE834D5B0}"/>
          </ac:spMkLst>
        </pc:spChg>
        <pc:spChg chg="add del mod">
          <ac:chgData name="chandra varma" userId="56997086d4a782bb" providerId="LiveId" clId="{4B58ECD2-30D5-4669-B1B5-5761DB711AE7}" dt="2025-11-07T07:20:04.019" v="1376"/>
          <ac:spMkLst>
            <pc:docMk/>
            <pc:sldMk cId="2530832358" sldId="282"/>
            <ac:spMk id="8" creationId="{7E3E2599-F39B-0E64-6AF7-5679D401AF6F}"/>
          </ac:spMkLst>
        </pc:spChg>
        <pc:spChg chg="del mod">
          <ac:chgData name="chandra varma" userId="56997086d4a782bb" providerId="LiveId" clId="{4B58ECD2-30D5-4669-B1B5-5761DB711AE7}" dt="2025-11-06T18:35:20.152" v="600" actId="478"/>
          <ac:spMkLst>
            <pc:docMk/>
            <pc:sldMk cId="2530832358" sldId="282"/>
            <ac:spMk id="10" creationId="{0429B3D8-24F0-BFDD-F8CA-E6AACD40E032}"/>
          </ac:spMkLst>
        </pc:spChg>
        <pc:spChg chg="add mod">
          <ac:chgData name="chandra varma" userId="56997086d4a782bb" providerId="LiveId" clId="{4B58ECD2-30D5-4669-B1B5-5761DB711AE7}" dt="2025-11-07T07:24:58.521" v="1384" actId="1076"/>
          <ac:spMkLst>
            <pc:docMk/>
            <pc:sldMk cId="2530832358" sldId="282"/>
            <ac:spMk id="12" creationId="{97C6B518-D730-3538-11A8-FCE077DDA418}"/>
          </ac:spMkLst>
        </pc:spChg>
        <pc:spChg chg="add mod">
          <ac:chgData name="chandra varma" userId="56997086d4a782bb" providerId="LiveId" clId="{4B58ECD2-30D5-4669-B1B5-5761DB711AE7}" dt="2025-11-07T07:24:59.068" v="1385"/>
          <ac:spMkLst>
            <pc:docMk/>
            <pc:sldMk cId="2530832358" sldId="282"/>
            <ac:spMk id="13" creationId="{9DFD345B-1444-38F6-904F-C09649908857}"/>
          </ac:spMkLst>
        </pc:spChg>
        <pc:picChg chg="del mod">
          <ac:chgData name="chandra varma" userId="56997086d4a782bb" providerId="LiveId" clId="{4B58ECD2-30D5-4669-B1B5-5761DB711AE7}" dt="2025-11-06T18:36:49.391" v="609" actId="478"/>
          <ac:picMkLst>
            <pc:docMk/>
            <pc:sldMk cId="2530832358" sldId="282"/>
            <ac:picMk id="4" creationId="{00000000-0000-0000-0000-000000000000}"/>
          </ac:picMkLst>
        </pc:picChg>
        <pc:picChg chg="del">
          <ac:chgData name="chandra varma" userId="56997086d4a782bb" providerId="LiveId" clId="{4B58ECD2-30D5-4669-B1B5-5761DB711AE7}" dt="2025-11-06T18:36:51.333" v="610" actId="478"/>
          <ac:picMkLst>
            <pc:docMk/>
            <pc:sldMk cId="2530832358" sldId="282"/>
            <ac:picMk id="6" creationId="{00000000-0000-0000-0000-000000000000}"/>
          </ac:picMkLst>
        </pc:picChg>
        <pc:picChg chg="add mod">
          <ac:chgData name="chandra varma" userId="56997086d4a782bb" providerId="LiveId" clId="{4B58ECD2-30D5-4669-B1B5-5761DB711AE7}" dt="2025-11-07T07:26:55.087" v="1387" actId="14100"/>
          <ac:picMkLst>
            <pc:docMk/>
            <pc:sldMk cId="2530832358" sldId="282"/>
            <ac:picMk id="11" creationId="{07F30F4E-451F-32F2-3320-7BF304EF8F6D}"/>
          </ac:picMkLst>
        </pc:picChg>
      </pc:sldChg>
      <pc:sldChg chg="del">
        <pc:chgData name="chandra varma" userId="56997086d4a782bb" providerId="LiveId" clId="{4B58ECD2-30D5-4669-B1B5-5761DB711AE7}" dt="2025-11-07T06:42:04.665" v="1256" actId="47"/>
        <pc:sldMkLst>
          <pc:docMk/>
          <pc:sldMk cId="712714059" sldId="283"/>
        </pc:sldMkLst>
      </pc:sldChg>
      <pc:sldChg chg="del">
        <pc:chgData name="chandra varma" userId="56997086d4a782bb" providerId="LiveId" clId="{4B58ECD2-30D5-4669-B1B5-5761DB711AE7}" dt="2025-11-07T06:42:06.318" v="1257" actId="47"/>
        <pc:sldMkLst>
          <pc:docMk/>
          <pc:sldMk cId="2723714033" sldId="285"/>
        </pc:sldMkLst>
      </pc:sldChg>
      <pc:sldChg chg="del">
        <pc:chgData name="chandra varma" userId="56997086d4a782bb" providerId="LiveId" clId="{4B58ECD2-30D5-4669-B1B5-5761DB711AE7}" dt="2025-11-07T06:41:54.156" v="1251" actId="47"/>
        <pc:sldMkLst>
          <pc:docMk/>
          <pc:sldMk cId="3058148405" sldId="286"/>
        </pc:sldMkLst>
      </pc:sldChg>
      <pc:sldChg chg="del">
        <pc:chgData name="chandra varma" userId="56997086d4a782bb" providerId="LiveId" clId="{4B58ECD2-30D5-4669-B1B5-5761DB711AE7}" dt="2025-11-07T06:41:55.273" v="1252" actId="47"/>
        <pc:sldMkLst>
          <pc:docMk/>
          <pc:sldMk cId="3217503071" sldId="287"/>
        </pc:sldMkLst>
      </pc:sldChg>
      <pc:sldChg chg="del">
        <pc:chgData name="chandra varma" userId="56997086d4a782bb" providerId="LiveId" clId="{4B58ECD2-30D5-4669-B1B5-5761DB711AE7}" dt="2025-11-07T06:41:56.192" v="1253" actId="47"/>
        <pc:sldMkLst>
          <pc:docMk/>
          <pc:sldMk cId="1775180876" sldId="288"/>
        </pc:sldMkLst>
      </pc:sldChg>
      <pc:sldChg chg="del">
        <pc:chgData name="chandra varma" userId="56997086d4a782bb" providerId="LiveId" clId="{4B58ECD2-30D5-4669-B1B5-5761DB711AE7}" dt="2025-11-07T06:41:57.239" v="1254" actId="47"/>
        <pc:sldMkLst>
          <pc:docMk/>
          <pc:sldMk cId="1773201119" sldId="289"/>
        </pc:sldMkLst>
      </pc:sldChg>
      <pc:sldChg chg="del">
        <pc:chgData name="chandra varma" userId="56997086d4a782bb" providerId="LiveId" clId="{4B58ECD2-30D5-4669-B1B5-5761DB711AE7}" dt="2025-11-07T06:41:58.450" v="1255" actId="47"/>
        <pc:sldMkLst>
          <pc:docMk/>
          <pc:sldMk cId="4218413992" sldId="290"/>
        </pc:sldMkLst>
      </pc:sldChg>
      <pc:sldChg chg="del">
        <pc:chgData name="chandra varma" userId="56997086d4a782bb" providerId="LiveId" clId="{4B58ECD2-30D5-4669-B1B5-5761DB711AE7}" dt="2025-11-07T06:41:30.497" v="1248" actId="47"/>
        <pc:sldMkLst>
          <pc:docMk/>
          <pc:sldMk cId="3097881007" sldId="291"/>
        </pc:sldMkLst>
      </pc:sldChg>
      <pc:sldChg chg="del">
        <pc:chgData name="chandra varma" userId="56997086d4a782bb" providerId="LiveId" clId="{4B58ECD2-30D5-4669-B1B5-5761DB711AE7}" dt="2025-11-07T06:41:47.251" v="1249" actId="47"/>
        <pc:sldMkLst>
          <pc:docMk/>
          <pc:sldMk cId="2282512247" sldId="293"/>
        </pc:sldMkLst>
      </pc:sldChg>
      <pc:sldChg chg="add del">
        <pc:chgData name="chandra varma" userId="56997086d4a782bb" providerId="LiveId" clId="{4B58ECD2-30D5-4669-B1B5-5761DB711AE7}" dt="2025-11-07T06:41:48.800" v="1250" actId="47"/>
        <pc:sldMkLst>
          <pc:docMk/>
          <pc:sldMk cId="2170477920" sldId="294"/>
        </pc:sldMkLst>
      </pc:sldChg>
      <pc:sldChg chg="addSp delSp modSp add del mod">
        <pc:chgData name="chandra varma" userId="56997086d4a782bb" providerId="LiveId" clId="{4B58ECD2-30D5-4669-B1B5-5761DB711AE7}" dt="2025-11-07T07:45:50.483" v="1464"/>
        <pc:sldMkLst>
          <pc:docMk/>
          <pc:sldMk cId="2209448468" sldId="295"/>
        </pc:sldMkLst>
        <pc:spChg chg="mod">
          <ac:chgData name="chandra varma" userId="56997086d4a782bb" providerId="LiveId" clId="{4B58ECD2-30D5-4669-B1B5-5761DB711AE7}" dt="2025-11-07T07:42:36.949" v="1453" actId="1076"/>
          <ac:spMkLst>
            <pc:docMk/>
            <pc:sldMk cId="2209448468" sldId="295"/>
            <ac:spMk id="2" creationId="{2FFCA0CE-8274-A1F5-3A9F-98D9815227EB}"/>
          </ac:spMkLst>
        </pc:spChg>
        <pc:spChg chg="del mod">
          <ac:chgData name="chandra varma" userId="56997086d4a782bb" providerId="LiveId" clId="{4B58ECD2-30D5-4669-B1B5-5761DB711AE7}" dt="2025-11-06T19:40:11.936" v="1082" actId="478"/>
          <ac:spMkLst>
            <pc:docMk/>
            <pc:sldMk cId="2209448468" sldId="295"/>
            <ac:spMk id="3" creationId="{B3930632-BBBE-7E42-5C8B-2887796D6FC6}"/>
          </ac:spMkLst>
        </pc:spChg>
        <pc:spChg chg="add del mod">
          <ac:chgData name="chandra varma" userId="56997086d4a782bb" providerId="LiveId" clId="{4B58ECD2-30D5-4669-B1B5-5761DB711AE7}" dt="2025-11-06T19:40:28.493" v="1085" actId="478"/>
          <ac:spMkLst>
            <pc:docMk/>
            <pc:sldMk cId="2209448468" sldId="295"/>
            <ac:spMk id="4" creationId="{5F4DFC21-0B36-8742-AA27-13B72A3E77B5}"/>
          </ac:spMkLst>
        </pc:spChg>
        <pc:spChg chg="add mod">
          <ac:chgData name="chandra varma" userId="56997086d4a782bb" providerId="LiveId" clId="{4B58ECD2-30D5-4669-B1B5-5761DB711AE7}" dt="2025-11-07T07:42:44.996" v="1455" actId="14100"/>
          <ac:spMkLst>
            <pc:docMk/>
            <pc:sldMk cId="2209448468" sldId="295"/>
            <ac:spMk id="6" creationId="{60F12A78-9173-E3B2-C9CF-566D22C0018F}"/>
          </ac:spMkLst>
        </pc:spChg>
        <pc:spChg chg="add del mod">
          <ac:chgData name="chandra varma" userId="56997086d4a782bb" providerId="LiveId" clId="{4B58ECD2-30D5-4669-B1B5-5761DB711AE7}" dt="2025-11-07T07:45:50.483" v="1464"/>
          <ac:spMkLst>
            <pc:docMk/>
            <pc:sldMk cId="2209448468" sldId="295"/>
            <ac:spMk id="7" creationId="{113804AA-1BA6-EDEE-77FB-DD47147FBF39}"/>
          </ac:spMkLst>
        </pc:spChg>
        <pc:picChg chg="add mod">
          <ac:chgData name="chandra varma" userId="56997086d4a782bb" providerId="LiveId" clId="{4B58ECD2-30D5-4669-B1B5-5761DB711AE7}" dt="2025-11-07T07:45:49.624" v="1462" actId="14100"/>
          <ac:picMkLst>
            <pc:docMk/>
            <pc:sldMk cId="2209448468" sldId="295"/>
            <ac:picMk id="9" creationId="{09E9F406-94BF-0222-89BB-E16A6BAEE084}"/>
          </ac:picMkLst>
        </pc:picChg>
      </pc:sldChg>
      <pc:sldChg chg="del">
        <pc:chgData name="chandra varma" userId="56997086d4a782bb" providerId="LiveId" clId="{4B58ECD2-30D5-4669-B1B5-5761DB711AE7}" dt="2025-11-06T19:41:55.494" v="1100" actId="47"/>
        <pc:sldMkLst>
          <pc:docMk/>
          <pc:sldMk cId="1362551175" sldId="296"/>
        </pc:sldMkLst>
      </pc:sldChg>
      <pc:sldChg chg="addSp delSp modSp mod">
        <pc:chgData name="chandra varma" userId="56997086d4a782bb" providerId="LiveId" clId="{4B58ECD2-30D5-4669-B1B5-5761DB711AE7}" dt="2025-11-07T09:44:24.799" v="1915" actId="12"/>
        <pc:sldMkLst>
          <pc:docMk/>
          <pc:sldMk cId="980448116" sldId="297"/>
        </pc:sldMkLst>
        <pc:spChg chg="mod">
          <ac:chgData name="chandra varma" userId="56997086d4a782bb" providerId="LiveId" clId="{4B58ECD2-30D5-4669-B1B5-5761DB711AE7}" dt="2025-11-07T06:46:20.769" v="1276" actId="1076"/>
          <ac:spMkLst>
            <pc:docMk/>
            <pc:sldMk cId="980448116" sldId="297"/>
            <ac:spMk id="2" creationId="{67AC5FDD-9E40-B93A-E557-1D0E9B6DA08A}"/>
          </ac:spMkLst>
        </pc:spChg>
        <pc:spChg chg="add mod">
          <ac:chgData name="chandra varma" userId="56997086d4a782bb" providerId="LiveId" clId="{4B58ECD2-30D5-4669-B1B5-5761DB711AE7}" dt="2025-11-07T09:44:24.799" v="1915" actId="12"/>
          <ac:spMkLst>
            <pc:docMk/>
            <pc:sldMk cId="980448116" sldId="297"/>
            <ac:spMk id="3" creationId="{D739DEE2-16DA-5025-B292-19D03B15D76C}"/>
          </ac:spMkLst>
        </pc:spChg>
        <pc:spChg chg="del">
          <ac:chgData name="chandra varma" userId="56997086d4a782bb" providerId="LiveId" clId="{4B58ECD2-30D5-4669-B1B5-5761DB711AE7}" dt="2025-11-07T06:32:38.078" v="1197" actId="478"/>
          <ac:spMkLst>
            <pc:docMk/>
            <pc:sldMk cId="980448116" sldId="297"/>
            <ac:spMk id="4" creationId="{385608D9-1735-0142-AAF8-1110DAFC9C6E}"/>
          </ac:spMkLst>
        </pc:spChg>
        <pc:spChg chg="add del mod">
          <ac:chgData name="chandra varma" userId="56997086d4a782bb" providerId="LiveId" clId="{4B58ECD2-30D5-4669-B1B5-5761DB711AE7}" dt="2025-11-07T06:33:45.278" v="1204" actId="478"/>
          <ac:spMkLst>
            <pc:docMk/>
            <pc:sldMk cId="980448116" sldId="297"/>
            <ac:spMk id="5" creationId="{2ED745E7-7FED-AEDA-946D-85A0FBCEB22A}"/>
          </ac:spMkLst>
        </pc:spChg>
      </pc:sldChg>
      <pc:sldChg chg="addSp delSp modSp mod">
        <pc:chgData name="chandra varma" userId="56997086d4a782bb" providerId="LiveId" clId="{4B58ECD2-30D5-4669-B1B5-5761DB711AE7}" dt="2025-11-07T09:44:09.047" v="1914" actId="12"/>
        <pc:sldMkLst>
          <pc:docMk/>
          <pc:sldMk cId="1709766108" sldId="298"/>
        </pc:sldMkLst>
        <pc:spChg chg="mod">
          <ac:chgData name="chandra varma" userId="56997086d4a782bb" providerId="LiveId" clId="{4B58ECD2-30D5-4669-B1B5-5761DB711AE7}" dt="2025-11-07T06:38:44.248" v="1235" actId="1076"/>
          <ac:spMkLst>
            <pc:docMk/>
            <pc:sldMk cId="1709766108" sldId="298"/>
            <ac:spMk id="2" creationId="{C50C4F17-B27D-5353-8B75-94E4DF00F875}"/>
          </ac:spMkLst>
        </pc:spChg>
        <pc:spChg chg="add mod">
          <ac:chgData name="chandra varma" userId="56997086d4a782bb" providerId="LiveId" clId="{4B58ECD2-30D5-4669-B1B5-5761DB711AE7}" dt="2025-11-07T09:44:09.047" v="1914" actId="12"/>
          <ac:spMkLst>
            <pc:docMk/>
            <pc:sldMk cId="1709766108" sldId="298"/>
            <ac:spMk id="3" creationId="{9B307B2B-4F99-1E4D-9257-74CB77031303}"/>
          </ac:spMkLst>
        </pc:spChg>
        <pc:spChg chg="del mod">
          <ac:chgData name="chandra varma" userId="56997086d4a782bb" providerId="LiveId" clId="{4B58ECD2-30D5-4669-B1B5-5761DB711AE7}" dt="2025-11-07T06:37:04.070" v="1222" actId="478"/>
          <ac:spMkLst>
            <pc:docMk/>
            <pc:sldMk cId="1709766108" sldId="298"/>
            <ac:spMk id="4" creationId="{7FA88F87-09D6-310A-575A-399768B2BD26}"/>
          </ac:spMkLst>
        </pc:spChg>
        <pc:spChg chg="add del mod">
          <ac:chgData name="chandra varma" userId="56997086d4a782bb" providerId="LiveId" clId="{4B58ECD2-30D5-4669-B1B5-5761DB711AE7}" dt="2025-11-07T06:37:18.018" v="1223" actId="478"/>
          <ac:spMkLst>
            <pc:docMk/>
            <pc:sldMk cId="1709766108" sldId="298"/>
            <ac:spMk id="5" creationId="{7D30B221-6A1D-F35F-9E99-28F7DBBEBEBE}"/>
          </ac:spMkLst>
        </pc:spChg>
      </pc:sldChg>
      <pc:sldChg chg="addSp delSp modSp new mod">
        <pc:chgData name="chandra varma" userId="56997086d4a782bb" providerId="LiveId" clId="{4B58ECD2-30D5-4669-B1B5-5761DB711AE7}" dt="2025-11-07T09:43:11.333" v="1913" actId="255"/>
        <pc:sldMkLst>
          <pc:docMk/>
          <pc:sldMk cId="894125254" sldId="299"/>
        </pc:sldMkLst>
        <pc:spChg chg="mod">
          <ac:chgData name="chandra varma" userId="56997086d4a782bb" providerId="LiveId" clId="{4B58ECD2-30D5-4669-B1B5-5761DB711AE7}" dt="2025-11-07T09:42:35.757" v="1910" actId="1076"/>
          <ac:spMkLst>
            <pc:docMk/>
            <pc:sldMk cId="894125254" sldId="299"/>
            <ac:spMk id="2" creationId="{7914BC40-B8E3-00C4-653A-90C241A073AC}"/>
          </ac:spMkLst>
        </pc:spChg>
        <pc:spChg chg="mod">
          <ac:chgData name="chandra varma" userId="56997086d4a782bb" providerId="LiveId" clId="{4B58ECD2-30D5-4669-B1B5-5761DB711AE7}" dt="2025-11-07T09:43:11.333" v="1913" actId="255"/>
          <ac:spMkLst>
            <pc:docMk/>
            <pc:sldMk cId="894125254" sldId="299"/>
            <ac:spMk id="3" creationId="{00437984-E1CB-A7A9-3EB4-1382767F4DEA}"/>
          </ac:spMkLst>
        </pc:spChg>
        <pc:spChg chg="add del mod">
          <ac:chgData name="chandra varma" userId="56997086d4a782bb" providerId="LiveId" clId="{4B58ECD2-30D5-4669-B1B5-5761DB711AE7}" dt="2025-11-06T11:44:46.201" v="478"/>
          <ac:spMkLst>
            <pc:docMk/>
            <pc:sldMk cId="894125254" sldId="299"/>
            <ac:spMk id="4" creationId="{54B50E48-3B01-95C9-A8BC-57A5F039B3BC}"/>
          </ac:spMkLst>
        </pc:spChg>
        <pc:picChg chg="add mod">
          <ac:chgData name="chandra varma" userId="56997086d4a782bb" providerId="LiveId" clId="{4B58ECD2-30D5-4669-B1B5-5761DB711AE7}" dt="2025-11-06T11:44:45.363" v="476" actId="1076"/>
          <ac:picMkLst>
            <pc:docMk/>
            <pc:sldMk cId="894125254" sldId="299"/>
            <ac:picMk id="6" creationId="{30F585DA-77D1-3A4F-2F96-172E8A4D0172}"/>
          </ac:picMkLst>
        </pc:picChg>
      </pc:sldChg>
      <pc:sldChg chg="addSp delSp modSp new mod">
        <pc:chgData name="chandra varma" userId="56997086d4a782bb" providerId="LiveId" clId="{4B58ECD2-30D5-4669-B1B5-5761DB711AE7}" dt="2025-11-06T18:53:51.362" v="722"/>
        <pc:sldMkLst>
          <pc:docMk/>
          <pc:sldMk cId="2721838550" sldId="300"/>
        </pc:sldMkLst>
        <pc:spChg chg="mod">
          <ac:chgData name="chandra varma" userId="56997086d4a782bb" providerId="LiveId" clId="{4B58ECD2-30D5-4669-B1B5-5761DB711AE7}" dt="2025-11-06T18:46:15.030" v="674" actId="1076"/>
          <ac:spMkLst>
            <pc:docMk/>
            <pc:sldMk cId="2721838550" sldId="300"/>
            <ac:spMk id="2" creationId="{CD986B52-F5CF-7FAE-2520-B513D51ECBBE}"/>
          </ac:spMkLst>
        </pc:spChg>
        <pc:spChg chg="mod">
          <ac:chgData name="chandra varma" userId="56997086d4a782bb" providerId="LiveId" clId="{4B58ECD2-30D5-4669-B1B5-5761DB711AE7}" dt="2025-11-06T18:51:24.140" v="709" actId="14100"/>
          <ac:spMkLst>
            <pc:docMk/>
            <pc:sldMk cId="2721838550" sldId="300"/>
            <ac:spMk id="3" creationId="{F68B1CAB-A98B-64F9-B48B-EF3934FAC5FC}"/>
          </ac:spMkLst>
        </pc:spChg>
        <pc:spChg chg="add del mod">
          <ac:chgData name="chandra varma" userId="56997086d4a782bb" providerId="LiveId" clId="{4B58ECD2-30D5-4669-B1B5-5761DB711AE7}" dt="2025-11-06T18:51:15.361" v="708" actId="478"/>
          <ac:spMkLst>
            <pc:docMk/>
            <pc:sldMk cId="2721838550" sldId="300"/>
            <ac:spMk id="4" creationId="{9BBEB83D-AC83-7FB6-9399-BD4739F241DA}"/>
          </ac:spMkLst>
        </pc:spChg>
        <pc:spChg chg="add del mod">
          <ac:chgData name="chandra varma" userId="56997086d4a782bb" providerId="LiveId" clId="{4B58ECD2-30D5-4669-B1B5-5761DB711AE7}" dt="2025-11-06T18:53:51.362" v="722"/>
          <ac:spMkLst>
            <pc:docMk/>
            <pc:sldMk cId="2721838550" sldId="300"/>
            <ac:spMk id="5" creationId="{820A2F23-C68B-C182-0936-65CB614EE5E3}"/>
          </ac:spMkLst>
        </pc:spChg>
        <pc:picChg chg="add mod">
          <ac:chgData name="chandra varma" userId="56997086d4a782bb" providerId="LiveId" clId="{4B58ECD2-30D5-4669-B1B5-5761DB711AE7}" dt="2025-11-06T18:53:50.246" v="720" actId="14100"/>
          <ac:picMkLst>
            <pc:docMk/>
            <pc:sldMk cId="2721838550" sldId="300"/>
            <ac:picMk id="7" creationId="{09AFA2C5-9089-98DB-8289-F11A32E06E0B}"/>
          </ac:picMkLst>
        </pc:picChg>
      </pc:sldChg>
      <pc:sldChg chg="addSp delSp modSp new mod">
        <pc:chgData name="chandra varma" userId="56997086d4a782bb" providerId="LiveId" clId="{4B58ECD2-30D5-4669-B1B5-5761DB711AE7}" dt="2025-11-06T19:03:07.010" v="859" actId="20577"/>
        <pc:sldMkLst>
          <pc:docMk/>
          <pc:sldMk cId="367609652" sldId="301"/>
        </pc:sldMkLst>
        <pc:spChg chg="del mod">
          <ac:chgData name="chandra varma" userId="56997086d4a782bb" providerId="LiveId" clId="{4B58ECD2-30D5-4669-B1B5-5761DB711AE7}" dt="2025-11-06T18:59:17.787" v="785"/>
          <ac:spMkLst>
            <pc:docMk/>
            <pc:sldMk cId="367609652" sldId="301"/>
            <ac:spMk id="2" creationId="{75B8B7EE-74C6-207A-1E05-024055D6667A}"/>
          </ac:spMkLst>
        </pc:spChg>
        <pc:spChg chg="add mod">
          <ac:chgData name="chandra varma" userId="56997086d4a782bb" providerId="LiveId" clId="{4B58ECD2-30D5-4669-B1B5-5761DB711AE7}" dt="2025-11-06T18:59:55.077" v="792" actId="1076"/>
          <ac:spMkLst>
            <pc:docMk/>
            <pc:sldMk cId="367609652" sldId="301"/>
            <ac:spMk id="3" creationId="{C0D33CF1-4707-7FCC-6121-03FF0184A830}"/>
          </ac:spMkLst>
        </pc:spChg>
        <pc:spChg chg="add mod">
          <ac:chgData name="chandra varma" userId="56997086d4a782bb" providerId="LiveId" clId="{4B58ECD2-30D5-4669-B1B5-5761DB711AE7}" dt="2025-11-06T19:03:07.010" v="859" actId="20577"/>
          <ac:spMkLst>
            <pc:docMk/>
            <pc:sldMk cId="367609652" sldId="301"/>
            <ac:spMk id="4" creationId="{125A1DA0-E0E2-DA63-BA1D-2CFD614FFC0F}"/>
          </ac:spMkLst>
        </pc:spChg>
        <pc:spChg chg="add del mod">
          <ac:chgData name="chandra varma" userId="56997086d4a782bb" providerId="LiveId" clId="{4B58ECD2-30D5-4669-B1B5-5761DB711AE7}" dt="2025-11-06T19:01:31.837" v="803"/>
          <ac:spMkLst>
            <pc:docMk/>
            <pc:sldMk cId="367609652" sldId="301"/>
            <ac:spMk id="5" creationId="{21CE4ABF-922D-7DAE-F8E4-8237297D4AD3}"/>
          </ac:spMkLst>
        </pc:spChg>
        <pc:picChg chg="add mod">
          <ac:chgData name="chandra varma" userId="56997086d4a782bb" providerId="LiveId" clId="{4B58ECD2-30D5-4669-B1B5-5761DB711AE7}" dt="2025-11-06T19:01:30.762" v="801" actId="1076"/>
          <ac:picMkLst>
            <pc:docMk/>
            <pc:sldMk cId="367609652" sldId="301"/>
            <ac:picMk id="7" creationId="{B64189B4-D179-7DAD-7133-3E100903F11C}"/>
          </ac:picMkLst>
        </pc:picChg>
      </pc:sldChg>
      <pc:sldChg chg="addSp delSp modSp new mod">
        <pc:chgData name="chandra varma" userId="56997086d4a782bb" providerId="LiveId" clId="{4B58ECD2-30D5-4669-B1B5-5761DB711AE7}" dt="2025-11-06T19:14:01.197" v="945" actId="1076"/>
        <pc:sldMkLst>
          <pc:docMk/>
          <pc:sldMk cId="3246450555" sldId="302"/>
        </pc:sldMkLst>
        <pc:spChg chg="add mod">
          <ac:chgData name="chandra varma" userId="56997086d4a782bb" providerId="LiveId" clId="{4B58ECD2-30D5-4669-B1B5-5761DB711AE7}" dt="2025-11-06T19:08:28.902" v="905" actId="1076"/>
          <ac:spMkLst>
            <pc:docMk/>
            <pc:sldMk cId="3246450555" sldId="302"/>
            <ac:spMk id="2" creationId="{08F99873-04FA-518A-6A1E-BCD6EA10999B}"/>
          </ac:spMkLst>
        </pc:spChg>
        <pc:spChg chg="add mod">
          <ac:chgData name="chandra varma" userId="56997086d4a782bb" providerId="LiveId" clId="{4B58ECD2-30D5-4669-B1B5-5761DB711AE7}" dt="2025-11-06T19:08:22.759" v="904" actId="1076"/>
          <ac:spMkLst>
            <pc:docMk/>
            <pc:sldMk cId="3246450555" sldId="302"/>
            <ac:spMk id="3" creationId="{1E485380-8DE5-FBB1-4E94-0C44C4A5C229}"/>
          </ac:spMkLst>
        </pc:spChg>
        <pc:spChg chg="add mod">
          <ac:chgData name="chandra varma" userId="56997086d4a782bb" providerId="LiveId" clId="{4B58ECD2-30D5-4669-B1B5-5761DB711AE7}" dt="2025-11-06T19:08:33.705" v="906" actId="1076"/>
          <ac:spMkLst>
            <pc:docMk/>
            <pc:sldMk cId="3246450555" sldId="302"/>
            <ac:spMk id="4" creationId="{1B34840E-6104-FEAF-DDF9-57939108ADC0}"/>
          </ac:spMkLst>
        </pc:spChg>
        <pc:spChg chg="add del mod">
          <ac:chgData name="chandra varma" userId="56997086d4a782bb" providerId="LiveId" clId="{4B58ECD2-30D5-4669-B1B5-5761DB711AE7}" dt="2025-11-06T19:09:41.203" v="915"/>
          <ac:spMkLst>
            <pc:docMk/>
            <pc:sldMk cId="3246450555" sldId="302"/>
            <ac:spMk id="5" creationId="{CB1E1D95-9AC8-56AE-B57F-21748052D5AC}"/>
          </ac:spMkLst>
        </pc:spChg>
        <pc:spChg chg="add mod">
          <ac:chgData name="chandra varma" userId="56997086d4a782bb" providerId="LiveId" clId="{4B58ECD2-30D5-4669-B1B5-5761DB711AE7}" dt="2025-11-06T19:11:20.975" v="927" actId="1076"/>
          <ac:spMkLst>
            <pc:docMk/>
            <pc:sldMk cId="3246450555" sldId="302"/>
            <ac:spMk id="8" creationId="{AEECA52F-9FF3-99C2-0B73-A854266D41E5}"/>
          </ac:spMkLst>
        </pc:spChg>
        <pc:spChg chg="add mod">
          <ac:chgData name="chandra varma" userId="56997086d4a782bb" providerId="LiveId" clId="{4B58ECD2-30D5-4669-B1B5-5761DB711AE7}" dt="2025-11-06T19:12:35.800" v="935" actId="1076"/>
          <ac:spMkLst>
            <pc:docMk/>
            <pc:sldMk cId="3246450555" sldId="302"/>
            <ac:spMk id="9" creationId="{2CBB00C8-2B25-08C7-F2CA-DC949FB46B16}"/>
          </ac:spMkLst>
        </pc:spChg>
        <pc:spChg chg="add del mod">
          <ac:chgData name="chandra varma" userId="56997086d4a782bb" providerId="LiveId" clId="{4B58ECD2-30D5-4669-B1B5-5761DB711AE7}" dt="2025-11-06T19:13:52.399" v="944"/>
          <ac:spMkLst>
            <pc:docMk/>
            <pc:sldMk cId="3246450555" sldId="302"/>
            <ac:spMk id="10" creationId="{66B73181-25B1-BAA9-1D9B-40BEFA4D02A6}"/>
          </ac:spMkLst>
        </pc:spChg>
        <pc:picChg chg="add mod">
          <ac:chgData name="chandra varma" userId="56997086d4a782bb" providerId="LiveId" clId="{4B58ECD2-30D5-4669-B1B5-5761DB711AE7}" dt="2025-11-06T19:09:40.535" v="913" actId="1076"/>
          <ac:picMkLst>
            <pc:docMk/>
            <pc:sldMk cId="3246450555" sldId="302"/>
            <ac:picMk id="7" creationId="{39F913B1-43F3-59E2-664B-3D321BF1993D}"/>
          </ac:picMkLst>
        </pc:picChg>
        <pc:picChg chg="add mod">
          <ac:chgData name="chandra varma" userId="56997086d4a782bb" providerId="LiveId" clId="{4B58ECD2-30D5-4669-B1B5-5761DB711AE7}" dt="2025-11-06T19:14:01.197" v="945" actId="1076"/>
          <ac:picMkLst>
            <pc:docMk/>
            <pc:sldMk cId="3246450555" sldId="302"/>
            <ac:picMk id="12" creationId="{1938342B-8556-5F68-C3EB-1828B87B32CC}"/>
          </ac:picMkLst>
        </pc:picChg>
      </pc:sldChg>
      <pc:sldChg chg="addSp delSp modSp new mod">
        <pc:chgData name="chandra varma" userId="56997086d4a782bb" providerId="LiveId" clId="{4B58ECD2-30D5-4669-B1B5-5761DB711AE7}" dt="2025-11-06T19:24:42.774" v="1023"/>
        <pc:sldMkLst>
          <pc:docMk/>
          <pc:sldMk cId="3475311271" sldId="303"/>
        </pc:sldMkLst>
        <pc:spChg chg="add mod">
          <ac:chgData name="chandra varma" userId="56997086d4a782bb" providerId="LiveId" clId="{4B58ECD2-30D5-4669-B1B5-5761DB711AE7}" dt="2025-11-06T19:16:26.159" v="953" actId="1076"/>
          <ac:spMkLst>
            <pc:docMk/>
            <pc:sldMk cId="3475311271" sldId="303"/>
            <ac:spMk id="2" creationId="{4A189121-6268-5D26-4582-13E207E532D3}"/>
          </ac:spMkLst>
        </pc:spChg>
        <pc:spChg chg="add mod">
          <ac:chgData name="chandra varma" userId="56997086d4a782bb" providerId="LiveId" clId="{4B58ECD2-30D5-4669-B1B5-5761DB711AE7}" dt="2025-11-06T19:17:41.352" v="964" actId="1076"/>
          <ac:spMkLst>
            <pc:docMk/>
            <pc:sldMk cId="3475311271" sldId="303"/>
            <ac:spMk id="3" creationId="{DD42F0DB-5620-7FFD-E914-EB9C9D6B5154}"/>
          </ac:spMkLst>
        </pc:spChg>
        <pc:spChg chg="add mod">
          <ac:chgData name="chandra varma" userId="56997086d4a782bb" providerId="LiveId" clId="{4B58ECD2-30D5-4669-B1B5-5761DB711AE7}" dt="2025-11-06T19:19:19.799" v="973" actId="1076"/>
          <ac:spMkLst>
            <pc:docMk/>
            <pc:sldMk cId="3475311271" sldId="303"/>
            <ac:spMk id="4" creationId="{F0B53B15-BC0E-32C4-FF4A-97B48D287102}"/>
          </ac:spMkLst>
        </pc:spChg>
        <pc:spChg chg="add del mod">
          <ac:chgData name="chandra varma" userId="56997086d4a782bb" providerId="LiveId" clId="{4B58ECD2-30D5-4669-B1B5-5761DB711AE7}" dt="2025-11-06T19:20:35.748" v="982"/>
          <ac:spMkLst>
            <pc:docMk/>
            <pc:sldMk cId="3475311271" sldId="303"/>
            <ac:spMk id="5" creationId="{5D9D483F-8DA3-A172-42DD-C1727F66A66E}"/>
          </ac:spMkLst>
        </pc:spChg>
        <pc:spChg chg="add mod">
          <ac:chgData name="chandra varma" userId="56997086d4a782bb" providerId="LiveId" clId="{4B58ECD2-30D5-4669-B1B5-5761DB711AE7}" dt="2025-11-06T19:21:51.424" v="1008" actId="1076"/>
          <ac:spMkLst>
            <pc:docMk/>
            <pc:sldMk cId="3475311271" sldId="303"/>
            <ac:spMk id="8" creationId="{D5130CCA-DE66-D724-846F-C95BEEB7CB22}"/>
          </ac:spMkLst>
        </pc:spChg>
        <pc:spChg chg="add mod">
          <ac:chgData name="chandra varma" userId="56997086d4a782bb" providerId="LiveId" clId="{4B58ECD2-30D5-4669-B1B5-5761DB711AE7}" dt="2025-11-06T19:23:33.308" v="1014" actId="2711"/>
          <ac:spMkLst>
            <pc:docMk/>
            <pc:sldMk cId="3475311271" sldId="303"/>
            <ac:spMk id="9" creationId="{24AF7871-C7E0-965E-9670-05D720595091}"/>
          </ac:spMkLst>
        </pc:spChg>
        <pc:spChg chg="add del mod">
          <ac:chgData name="chandra varma" userId="56997086d4a782bb" providerId="LiveId" clId="{4B58ECD2-30D5-4669-B1B5-5761DB711AE7}" dt="2025-11-06T19:24:42.774" v="1023"/>
          <ac:spMkLst>
            <pc:docMk/>
            <pc:sldMk cId="3475311271" sldId="303"/>
            <ac:spMk id="10" creationId="{BE7F238B-E6E8-74E5-563F-EA52684AA197}"/>
          </ac:spMkLst>
        </pc:spChg>
        <pc:picChg chg="add mod">
          <ac:chgData name="chandra varma" userId="56997086d4a782bb" providerId="LiveId" clId="{4B58ECD2-30D5-4669-B1B5-5761DB711AE7}" dt="2025-11-06T19:20:32.794" v="980" actId="14100"/>
          <ac:picMkLst>
            <pc:docMk/>
            <pc:sldMk cId="3475311271" sldId="303"/>
            <ac:picMk id="7" creationId="{3039A3E1-2990-87F6-C851-C1BC34DA1B25}"/>
          </ac:picMkLst>
        </pc:picChg>
        <pc:picChg chg="add mod">
          <ac:chgData name="chandra varma" userId="56997086d4a782bb" providerId="LiveId" clId="{4B58ECD2-30D5-4669-B1B5-5761DB711AE7}" dt="2025-11-06T19:24:41.435" v="1021" actId="14100"/>
          <ac:picMkLst>
            <pc:docMk/>
            <pc:sldMk cId="3475311271" sldId="303"/>
            <ac:picMk id="12" creationId="{4C625736-F4F7-96CB-29E9-CCD04FB722FF}"/>
          </ac:picMkLst>
        </pc:picChg>
      </pc:sldChg>
      <pc:sldChg chg="addSp delSp modSp new mod">
        <pc:chgData name="chandra varma" userId="56997086d4a782bb" providerId="LiveId" clId="{4B58ECD2-30D5-4669-B1B5-5761DB711AE7}" dt="2025-11-06T19:37:50.612" v="1078" actId="14100"/>
        <pc:sldMkLst>
          <pc:docMk/>
          <pc:sldMk cId="4078203705" sldId="304"/>
        </pc:sldMkLst>
        <pc:spChg chg="add mod">
          <ac:chgData name="chandra varma" userId="56997086d4a782bb" providerId="LiveId" clId="{4B58ECD2-30D5-4669-B1B5-5761DB711AE7}" dt="2025-11-06T19:35:51.633" v="1064" actId="113"/>
          <ac:spMkLst>
            <pc:docMk/>
            <pc:sldMk cId="4078203705" sldId="304"/>
            <ac:spMk id="2" creationId="{A64FEF6E-B34E-1702-BC7D-60FF6DC031C7}"/>
          </ac:spMkLst>
        </pc:spChg>
        <pc:spChg chg="add del mod">
          <ac:chgData name="chandra varma" userId="56997086d4a782bb" providerId="LiveId" clId="{4B58ECD2-30D5-4669-B1B5-5761DB711AE7}" dt="2025-11-06T19:30:10.668" v="1039"/>
          <ac:spMkLst>
            <pc:docMk/>
            <pc:sldMk cId="4078203705" sldId="304"/>
            <ac:spMk id="3" creationId="{D2A30837-78DC-2B15-FF98-DB9E4B2A463E}"/>
          </ac:spMkLst>
        </pc:spChg>
        <pc:spChg chg="add del mod">
          <ac:chgData name="chandra varma" userId="56997086d4a782bb" providerId="LiveId" clId="{4B58ECD2-30D5-4669-B1B5-5761DB711AE7}" dt="2025-11-06T19:36:39.682" v="1069" actId="478"/>
          <ac:spMkLst>
            <pc:docMk/>
            <pc:sldMk cId="4078203705" sldId="304"/>
            <ac:spMk id="4" creationId="{8453F839-AAFA-7DE2-D25C-89E445E811D4}"/>
          </ac:spMkLst>
        </pc:spChg>
        <pc:spChg chg="add del mod">
          <ac:chgData name="chandra varma" userId="56997086d4a782bb" providerId="LiveId" clId="{4B58ECD2-30D5-4669-B1B5-5761DB711AE7}" dt="2025-11-06T19:32:25.901" v="1053"/>
          <ac:spMkLst>
            <pc:docMk/>
            <pc:sldMk cId="4078203705" sldId="304"/>
            <ac:spMk id="5" creationId="{55E28510-44E7-781A-7D7E-E1A693FF117C}"/>
          </ac:spMkLst>
        </pc:spChg>
        <pc:spChg chg="add del mod">
          <ac:chgData name="chandra varma" userId="56997086d4a782bb" providerId="LiveId" clId="{4B58ECD2-30D5-4669-B1B5-5761DB711AE7}" dt="2025-11-06T19:37:50.612" v="1078" actId="14100"/>
          <ac:spMkLst>
            <pc:docMk/>
            <pc:sldMk cId="4078203705" sldId="304"/>
            <ac:spMk id="8" creationId="{7E13EC2E-3422-0391-033F-0F329B055B99}"/>
          </ac:spMkLst>
        </pc:spChg>
        <pc:picChg chg="add mod">
          <ac:chgData name="chandra varma" userId="56997086d4a782bb" providerId="LiveId" clId="{4B58ECD2-30D5-4669-B1B5-5761DB711AE7}" dt="2025-11-06T19:32:42.614" v="1057" actId="1076"/>
          <ac:picMkLst>
            <pc:docMk/>
            <pc:sldMk cId="4078203705" sldId="304"/>
            <ac:picMk id="7" creationId="{586D3A25-B1A2-0C10-1D59-6B5255E5C681}"/>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IN"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
        <p:nvSpPr>
          <p:cNvPr id="96" name="Google Shape;9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200"/>
              <a:buFont typeface="Calibri"/>
              <a:buNone/>
            </a:pPr>
            <a:endParaRPr/>
          </a:p>
        </p:txBody>
      </p:sp>
      <p:sp>
        <p:nvSpPr>
          <p:cNvPr id="114" name="Google Shape;11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5"/>
        <p:cNvGrpSpPr/>
        <p:nvPr/>
      </p:nvGrpSpPr>
      <p:grpSpPr>
        <a:xfrm>
          <a:off x="0" y="0"/>
          <a:ext cx="0" cy="0"/>
          <a:chOff x="0" y="0"/>
          <a:chExt cx="0" cy="0"/>
        </a:xfrm>
      </p:grpSpPr>
      <p:sp>
        <p:nvSpPr>
          <p:cNvPr id="16" name="Google Shape;16;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8"/>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8"/>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4" name="Google Shape;24;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27" name="Google Shape;27;p8"/>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8"/>
        <p:cNvGrpSpPr/>
        <p:nvPr/>
      </p:nvGrpSpPr>
      <p:grpSpPr>
        <a:xfrm>
          <a:off x="0" y="0"/>
          <a:ext cx="0" cy="0"/>
          <a:chOff x="0" y="0"/>
          <a:chExt cx="0" cy="0"/>
        </a:xfrm>
      </p:grpSpPr>
      <p:sp>
        <p:nvSpPr>
          <p:cNvPr id="29" name="Google Shape;29;p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2" name="Google Shape;32;p9"/>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3"/>
        <p:cNvGrpSpPr/>
        <p:nvPr/>
      </p:nvGrpSpPr>
      <p:grpSpPr>
        <a:xfrm>
          <a:off x="0" y="0"/>
          <a:ext cx="0" cy="0"/>
          <a:chOff x="0" y="0"/>
          <a:chExt cx="0" cy="0"/>
        </a:xfrm>
      </p:grpSpPr>
      <p:sp>
        <p:nvSpPr>
          <p:cNvPr id="34" name="Google Shape;34;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10"/>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6" name="Google Shape;36;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39" name="Google Shape;39;p10"/>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1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12"/>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12"/>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5"/>
        <p:cNvGrpSpPr/>
        <p:nvPr/>
      </p:nvGrpSpPr>
      <p:grpSpPr>
        <a:xfrm>
          <a:off x="0" y="0"/>
          <a:ext cx="0" cy="0"/>
          <a:chOff x="0" y="0"/>
          <a:chExt cx="0" cy="0"/>
        </a:xfrm>
      </p:grpSpPr>
      <p:sp>
        <p:nvSpPr>
          <p:cNvPr id="56" name="Google Shape;56;p13"/>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7" name="Google Shape;57;p13"/>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58" name="Google Shape;58;p13"/>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9" name="Google Shape;59;p13"/>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60" name="Google Shape;60;p13"/>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5"/>
        <p:cNvGrpSpPr/>
        <p:nvPr/>
      </p:nvGrpSpPr>
      <p:grpSpPr>
        <a:xfrm>
          <a:off x="0" y="0"/>
          <a:ext cx="0" cy="0"/>
          <a:chOff x="0" y="0"/>
          <a:chExt cx="0" cy="0"/>
        </a:xfrm>
      </p:grpSpPr>
      <p:sp>
        <p:nvSpPr>
          <p:cNvPr id="66" name="Google Shape;66;p14"/>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14"/>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8" name="Google Shape;68;p14"/>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9" name="Google Shape;69;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73"/>
        <p:cNvGrpSpPr/>
        <p:nvPr/>
      </p:nvGrpSpPr>
      <p:grpSpPr>
        <a:xfrm>
          <a:off x="0" y="0"/>
          <a:ext cx="0" cy="0"/>
          <a:chOff x="0" y="0"/>
          <a:chExt cx="0" cy="0"/>
        </a:xfrm>
      </p:grpSpPr>
      <p:sp>
        <p:nvSpPr>
          <p:cNvPr id="74" name="Google Shape;74;p15"/>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15"/>
          <p:cNvSpPr>
            <a:spLocks noGrp="1"/>
          </p:cNvSpPr>
          <p:nvPr>
            <p:ph type="pic" idx="2"/>
          </p:nvPr>
        </p:nvSpPr>
        <p:spPr>
          <a:xfrm>
            <a:off x="5183188" y="987425"/>
            <a:ext cx="6172200" cy="4873625"/>
          </a:xfrm>
          <a:prstGeom prst="rect">
            <a:avLst/>
          </a:prstGeom>
          <a:noFill/>
          <a:ln>
            <a:noFill/>
          </a:ln>
        </p:spPr>
      </p:sp>
      <p:sp>
        <p:nvSpPr>
          <p:cNvPr id="76" name="Google Shape;76;p15"/>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7" name="Google Shape;77;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3" name="Google Shape;83;p16"/>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5" name="Google Shape;85;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8"/>
        <p:cNvGrpSpPr/>
        <p:nvPr/>
      </p:nvGrpSpPr>
      <p:grpSpPr>
        <a:xfrm>
          <a:off x="0" y="0"/>
          <a:ext cx="0" cy="0"/>
          <a:chOff x="0" y="0"/>
          <a:chExt cx="0" cy="0"/>
        </a:xfrm>
      </p:grpSpPr>
      <p:sp>
        <p:nvSpPr>
          <p:cNvPr id="89" name="Google Shape;89;p17"/>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0" name="Google Shape;90;p17"/>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1" name="Google Shape;9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2" name="Google Shape;9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3" name="Google Shape;9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I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jpeg"/></Relationships>
</file>

<file path=ppt/slides/_rels/slide8.xml.rels><?xml version="1.0" encoding="UTF-8" standalone="yes"?>
<Relationships xmlns="http://schemas.openxmlformats.org/package/2006/relationships"><Relationship Id="rId2" Type="http://schemas.openxmlformats.org/officeDocument/2006/relationships/image" Target="../media/image15.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image" Target="../media/image17.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a:stretch/>
        </p:blipFill>
        <p:spPr>
          <a:xfrm>
            <a:off x="1185" y="-520683"/>
            <a:ext cx="12190815" cy="6694098"/>
          </a:xfrm>
          <a:prstGeom prst="rect">
            <a:avLst/>
          </a:prstGeom>
          <a:noFill/>
          <a:ln>
            <a:noFill/>
          </a:ln>
        </p:spPr>
      </p:pic>
      <p:sp>
        <p:nvSpPr>
          <p:cNvPr id="4" name="TextBox 3">
            <a:extLst>
              <a:ext uri="{FF2B5EF4-FFF2-40B4-BE49-F238E27FC236}">
                <a16:creationId xmlns:a16="http://schemas.microsoft.com/office/drawing/2014/main" id="{EBCC5244-CD1C-B957-E40D-E5D18679EF2B}"/>
              </a:ext>
            </a:extLst>
          </p:cNvPr>
          <p:cNvSpPr txBox="1"/>
          <p:nvPr/>
        </p:nvSpPr>
        <p:spPr>
          <a:xfrm>
            <a:off x="3648361" y="3153684"/>
            <a:ext cx="5663903" cy="830997"/>
          </a:xfrm>
          <a:prstGeom prst="rect">
            <a:avLst/>
          </a:prstGeom>
          <a:noFill/>
        </p:spPr>
        <p:txBody>
          <a:bodyPr wrap="square" rtlCol="0">
            <a:spAutoFit/>
          </a:bodyPr>
          <a:lstStyle/>
          <a:p>
            <a:pPr algn="ctr"/>
            <a:r>
              <a:rPr lang="en-US" sz="2400" b="1" dirty="0">
                <a:latin typeface="Calibri" panose="020F0502020204030204" pitchFamily="34" charset="0"/>
                <a:ea typeface="Calibri" panose="020F0502020204030204" pitchFamily="34" charset="0"/>
                <a:cs typeface="Calibri" panose="020F0502020204030204" pitchFamily="34" charset="0"/>
              </a:rPr>
              <a:t>Web Scraping and Exploratory Data     Analysis of Flipkart Tv’s data</a:t>
            </a:r>
          </a:p>
        </p:txBody>
      </p:sp>
      <p:pic>
        <p:nvPicPr>
          <p:cNvPr id="3" name="Picture 2">
            <a:extLst>
              <a:ext uri="{FF2B5EF4-FFF2-40B4-BE49-F238E27FC236}">
                <a16:creationId xmlns:a16="http://schemas.microsoft.com/office/drawing/2014/main" id="{47D8F933-48A7-3F6D-D97E-3F1B1BA3A5CF}"/>
              </a:ext>
            </a:extLst>
          </p:cNvPr>
          <p:cNvPicPr>
            <a:picLocks noChangeAspect="1"/>
          </p:cNvPicPr>
          <p:nvPr/>
        </p:nvPicPr>
        <p:blipFill>
          <a:blip r:embed="rId4"/>
          <a:stretch>
            <a:fillRect/>
          </a:stretch>
        </p:blipFill>
        <p:spPr>
          <a:xfrm>
            <a:off x="4408956" y="3922537"/>
            <a:ext cx="3924502" cy="1930499"/>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8"/>
                                        </p:tgtEl>
                                        <p:attrNameLst>
                                          <p:attrName>style.visibility</p:attrName>
                                        </p:attrNameLst>
                                      </p:cBhvr>
                                      <p:to>
                                        <p:strVal val="visible"/>
                                      </p:to>
                                    </p:set>
                                    <p:animEffect transition="in" filter="fade">
                                      <p:cBhvr>
                                        <p:cTn id="7" dur="500"/>
                                        <p:tgtEl>
                                          <p:spTgt spid="98"/>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0BCD2-097C-AB08-F476-BFB1E155ADCF}"/>
              </a:ext>
            </a:extLst>
          </p:cNvPr>
          <p:cNvSpPr>
            <a:spLocks noGrp="1"/>
          </p:cNvSpPr>
          <p:nvPr>
            <p:ph type="title"/>
          </p:nvPr>
        </p:nvSpPr>
        <p:spPr>
          <a:xfrm>
            <a:off x="531434" y="241238"/>
            <a:ext cx="10515600" cy="991727"/>
          </a:xfrm>
        </p:spPr>
        <p:txBody>
          <a:bodyPr>
            <a:normAutofit/>
          </a:bodyPr>
          <a:lstStyle/>
          <a:p>
            <a:r>
              <a:rPr lang="en-US" sz="4000" b="1" dirty="0">
                <a:latin typeface="Times New Roman" panose="02020603050405020304" pitchFamily="18" charset="0"/>
                <a:cs typeface="Times New Roman" panose="02020603050405020304" pitchFamily="18" charset="0"/>
              </a:rPr>
              <a:t>About Me:</a:t>
            </a:r>
          </a:p>
        </p:txBody>
      </p:sp>
      <p:sp>
        <p:nvSpPr>
          <p:cNvPr id="3" name="Text Placeholder 2">
            <a:extLst>
              <a:ext uri="{FF2B5EF4-FFF2-40B4-BE49-F238E27FC236}">
                <a16:creationId xmlns:a16="http://schemas.microsoft.com/office/drawing/2014/main" id="{8732A749-6D4D-68BF-7D83-9A1E95CC8720}"/>
              </a:ext>
            </a:extLst>
          </p:cNvPr>
          <p:cNvSpPr>
            <a:spLocks noGrp="1"/>
          </p:cNvSpPr>
          <p:nvPr>
            <p:ph type="body" idx="1"/>
          </p:nvPr>
        </p:nvSpPr>
        <p:spPr>
          <a:xfrm>
            <a:off x="704695" y="1464634"/>
            <a:ext cx="6109253" cy="3347063"/>
          </a:xfrm>
        </p:spPr>
        <p:txBody>
          <a:bodyPr>
            <a:noAutofit/>
          </a:bodyPr>
          <a:lstStyle/>
          <a:p>
            <a:pPr marL="0" indent="0" algn="just" eaLnBrk="0" fontAlgn="base" hangingPunct="0">
              <a:lnSpc>
                <a:spcPct val="150000"/>
              </a:lnSpc>
              <a:spcBef>
                <a:spcPct val="0"/>
              </a:spcBef>
              <a:spcAft>
                <a:spcPct val="0"/>
              </a:spcAft>
              <a:buClrTx/>
              <a:buSzTx/>
              <a:buNone/>
            </a:pPr>
            <a:r>
              <a:rPr lang="en-US" sz="2400" dirty="0">
                <a:latin typeface="Times New Roman" panose="02020603050405020304" pitchFamily="18" charset="0"/>
                <a:cs typeface="Times New Roman" panose="02020603050405020304" pitchFamily="18" charset="0"/>
              </a:rPr>
              <a:t>Hi, I’m </a:t>
            </a:r>
            <a:r>
              <a:rPr lang="en-US" sz="2400" b="1" dirty="0">
                <a:latin typeface="Times New Roman" panose="02020603050405020304" pitchFamily="18" charset="0"/>
                <a:cs typeface="Times New Roman" panose="02020603050405020304" pitchFamily="18" charset="0"/>
              </a:rPr>
              <a:t>Ganesh</a:t>
            </a:r>
            <a:r>
              <a:rPr lang="en-US" sz="2400" dirty="0">
                <a:latin typeface="Times New Roman" panose="02020603050405020304" pitchFamily="18" charset="0"/>
                <a:cs typeface="Times New Roman" panose="02020603050405020304" pitchFamily="18" charset="0"/>
              </a:rPr>
              <a:t>, a tech enthusiast currently learning </a:t>
            </a:r>
            <a:r>
              <a:rPr lang="en-US" sz="2400" b="1" dirty="0">
                <a:latin typeface="Times New Roman" panose="02020603050405020304" pitchFamily="18" charset="0"/>
                <a:cs typeface="Times New Roman" panose="02020603050405020304" pitchFamily="18" charset="0"/>
              </a:rPr>
              <a:t>Python, Data Analysis, and SQL</a:t>
            </a:r>
            <a:r>
              <a:rPr lang="en-US" sz="2400" dirty="0">
                <a:latin typeface="Times New Roman" panose="02020603050405020304" pitchFamily="18" charset="0"/>
                <a:cs typeface="Times New Roman" panose="02020603050405020304" pitchFamily="18" charset="0"/>
              </a:rPr>
              <a:t>. I enjoy exploring how data and AI can make complex ideas simple and accessible. I believe in continuous learning and improving with every project I work on.</a:t>
            </a:r>
            <a:endParaRPr lang="en-US" altLang="en-US" sz="2400" dirty="0">
              <a:solidFill>
                <a:schemeClr val="tx1"/>
              </a:solidFill>
              <a:latin typeface="Times New Roman" panose="02020603050405020304" pitchFamily="18" charset="0"/>
              <a:ea typeface="Calibri" panose="020F0502020204030204" pitchFamily="34" charset="0"/>
              <a:cs typeface="Times New Roman" panose="02020603050405020304" pitchFamily="18" charset="0"/>
            </a:endParaRPr>
          </a:p>
        </p:txBody>
      </p:sp>
      <p:pic>
        <p:nvPicPr>
          <p:cNvPr id="6" name="Picture 5">
            <a:extLst>
              <a:ext uri="{FF2B5EF4-FFF2-40B4-BE49-F238E27FC236}">
                <a16:creationId xmlns:a16="http://schemas.microsoft.com/office/drawing/2014/main" id="{A81917DB-8401-AA12-DE4B-3A6061B5F775}"/>
              </a:ext>
            </a:extLst>
          </p:cNvPr>
          <p:cNvPicPr>
            <a:picLocks noChangeAspect="1"/>
          </p:cNvPicPr>
          <p:nvPr/>
        </p:nvPicPr>
        <p:blipFill>
          <a:blip r:embed="rId2"/>
          <a:srcRect/>
          <a:stretch/>
        </p:blipFill>
        <p:spPr>
          <a:xfrm>
            <a:off x="6987209" y="884582"/>
            <a:ext cx="4890052" cy="4871418"/>
          </a:xfrm>
          <a:prstGeom prst="rect">
            <a:avLst/>
          </a:prstGeom>
        </p:spPr>
      </p:pic>
    </p:spTree>
    <p:extLst>
      <p:ext uri="{BB962C8B-B14F-4D97-AF65-F5344CB8AC3E}">
        <p14:creationId xmlns:p14="http://schemas.microsoft.com/office/powerpoint/2010/main" val="19265312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14BC40-B8E3-00C4-653A-90C241A073AC}"/>
              </a:ext>
            </a:extLst>
          </p:cNvPr>
          <p:cNvSpPr>
            <a:spLocks noGrp="1"/>
          </p:cNvSpPr>
          <p:nvPr>
            <p:ph type="title"/>
          </p:nvPr>
        </p:nvSpPr>
        <p:spPr>
          <a:xfrm>
            <a:off x="680545" y="365125"/>
            <a:ext cx="10916478" cy="950988"/>
          </a:xfrm>
        </p:spPr>
        <p:txBody>
          <a:bodyPr>
            <a:normAutofit/>
          </a:bodyPr>
          <a:lstStyle/>
          <a:p>
            <a:r>
              <a:rPr lang="en-IN" sz="4000" b="1" dirty="0">
                <a:latin typeface="Times New Roman" panose="02020603050405020304" pitchFamily="18" charset="0"/>
                <a:cs typeface="Times New Roman" panose="02020603050405020304" pitchFamily="18" charset="0"/>
              </a:rPr>
              <a:t>Content:</a:t>
            </a:r>
          </a:p>
        </p:txBody>
      </p:sp>
      <p:sp>
        <p:nvSpPr>
          <p:cNvPr id="3" name="Text Placeholder 2">
            <a:extLst>
              <a:ext uri="{FF2B5EF4-FFF2-40B4-BE49-F238E27FC236}">
                <a16:creationId xmlns:a16="http://schemas.microsoft.com/office/drawing/2014/main" id="{00437984-E1CB-A7A9-3EB4-1382767F4DEA}"/>
              </a:ext>
            </a:extLst>
          </p:cNvPr>
          <p:cNvSpPr>
            <a:spLocks noGrp="1"/>
          </p:cNvSpPr>
          <p:nvPr>
            <p:ph type="body" idx="1"/>
          </p:nvPr>
        </p:nvSpPr>
        <p:spPr>
          <a:xfrm>
            <a:off x="680545" y="1447253"/>
            <a:ext cx="10515600" cy="4717064"/>
          </a:xfrm>
        </p:spPr>
        <p:txBody>
          <a:bodyPr>
            <a:normAutofit/>
          </a:bodyPr>
          <a:lstStyle/>
          <a:p>
            <a:pPr>
              <a:buFont typeface="Wingdings" panose="05000000000000000000" pitchFamily="2" charset="2"/>
              <a:buChar char="v"/>
            </a:pPr>
            <a:r>
              <a:rPr lang="en-IN" sz="2000" dirty="0"/>
              <a:t>Introduction</a:t>
            </a:r>
          </a:p>
          <a:p>
            <a:pPr>
              <a:buFont typeface="Wingdings" panose="05000000000000000000" pitchFamily="2" charset="2"/>
              <a:buChar char="v"/>
            </a:pPr>
            <a:r>
              <a:rPr lang="en-IN" sz="2000" dirty="0"/>
              <a:t>Business problem</a:t>
            </a:r>
          </a:p>
          <a:p>
            <a:pPr>
              <a:buFont typeface="Wingdings" panose="05000000000000000000" pitchFamily="2" charset="2"/>
              <a:buChar char="v"/>
            </a:pPr>
            <a:r>
              <a:rPr lang="en-IN" sz="2000" dirty="0"/>
              <a:t>Objectives</a:t>
            </a:r>
          </a:p>
          <a:p>
            <a:pPr>
              <a:buFont typeface="Wingdings" panose="05000000000000000000" pitchFamily="2" charset="2"/>
              <a:buChar char="v"/>
            </a:pPr>
            <a:r>
              <a:rPr lang="en-IN" sz="2000" dirty="0"/>
              <a:t>Web Scraping</a:t>
            </a:r>
          </a:p>
          <a:p>
            <a:pPr>
              <a:buFont typeface="Wingdings" panose="05000000000000000000" pitchFamily="2" charset="2"/>
              <a:buChar char="v"/>
            </a:pPr>
            <a:r>
              <a:rPr lang="en-IN" sz="2000" dirty="0"/>
              <a:t>Tools Used</a:t>
            </a:r>
          </a:p>
          <a:p>
            <a:pPr>
              <a:buFont typeface="Wingdings" panose="05000000000000000000" pitchFamily="2" charset="2"/>
              <a:buChar char="v"/>
            </a:pPr>
            <a:r>
              <a:rPr lang="en-IN" sz="2000" dirty="0"/>
              <a:t>Data Cleaning</a:t>
            </a:r>
          </a:p>
          <a:p>
            <a:pPr>
              <a:buFont typeface="Wingdings" panose="05000000000000000000" pitchFamily="2" charset="2"/>
              <a:buChar char="v"/>
            </a:pPr>
            <a:r>
              <a:rPr lang="en-IN" sz="2000" dirty="0"/>
              <a:t>Data Visualization</a:t>
            </a:r>
          </a:p>
          <a:p>
            <a:pPr>
              <a:buFont typeface="Wingdings" panose="05000000000000000000" pitchFamily="2" charset="2"/>
              <a:buChar char="v"/>
            </a:pPr>
            <a:r>
              <a:rPr lang="en-IN" sz="2000" dirty="0"/>
              <a:t>Key Business Q/A</a:t>
            </a:r>
          </a:p>
          <a:p>
            <a:pPr>
              <a:buFont typeface="Wingdings" panose="05000000000000000000" pitchFamily="2" charset="2"/>
              <a:buChar char="v"/>
            </a:pPr>
            <a:r>
              <a:rPr lang="en-IN" sz="2000" dirty="0"/>
              <a:t>Conclusion</a:t>
            </a:r>
          </a:p>
          <a:p>
            <a:pPr>
              <a:buFont typeface="Wingdings" panose="05000000000000000000" pitchFamily="2" charset="2"/>
              <a:buChar char="v"/>
            </a:pPr>
            <a:r>
              <a:rPr lang="en-IN" sz="2000" dirty="0"/>
              <a:t>Experience &amp; Challenges</a:t>
            </a:r>
          </a:p>
          <a:p>
            <a:endParaRPr lang="en-IN" sz="2000" dirty="0"/>
          </a:p>
          <a:p>
            <a:endParaRPr lang="en-IN" sz="2000" dirty="0"/>
          </a:p>
        </p:txBody>
      </p:sp>
      <p:pic>
        <p:nvPicPr>
          <p:cNvPr id="8" name="Picture 7">
            <a:extLst>
              <a:ext uri="{FF2B5EF4-FFF2-40B4-BE49-F238E27FC236}">
                <a16:creationId xmlns:a16="http://schemas.microsoft.com/office/drawing/2014/main" id="{74DC11D1-13C7-8708-BDCE-21820404CD62}"/>
              </a:ext>
            </a:extLst>
          </p:cNvPr>
          <p:cNvPicPr>
            <a:picLocks noChangeAspect="1"/>
          </p:cNvPicPr>
          <p:nvPr/>
        </p:nvPicPr>
        <p:blipFill>
          <a:blip r:embed="rId2"/>
          <a:stretch>
            <a:fillRect/>
          </a:stretch>
        </p:blipFill>
        <p:spPr>
          <a:xfrm>
            <a:off x="3981511" y="879113"/>
            <a:ext cx="4339218" cy="4056872"/>
          </a:xfrm>
          <a:prstGeom prst="rect">
            <a:avLst/>
          </a:prstGeom>
        </p:spPr>
      </p:pic>
      <p:pic>
        <p:nvPicPr>
          <p:cNvPr id="10" name="Picture 9">
            <a:extLst>
              <a:ext uri="{FF2B5EF4-FFF2-40B4-BE49-F238E27FC236}">
                <a16:creationId xmlns:a16="http://schemas.microsoft.com/office/drawing/2014/main" id="{5A018046-B5FD-4A63-131F-30873030D3E7}"/>
              </a:ext>
            </a:extLst>
          </p:cNvPr>
          <p:cNvPicPr>
            <a:picLocks noChangeAspect="1"/>
          </p:cNvPicPr>
          <p:nvPr/>
        </p:nvPicPr>
        <p:blipFill>
          <a:blip r:embed="rId3"/>
          <a:stretch>
            <a:fillRect/>
          </a:stretch>
        </p:blipFill>
        <p:spPr>
          <a:xfrm>
            <a:off x="7557747" y="1675894"/>
            <a:ext cx="3323393" cy="3107145"/>
          </a:xfrm>
          <a:prstGeom prst="rect">
            <a:avLst/>
          </a:prstGeom>
        </p:spPr>
      </p:pic>
    </p:spTree>
    <p:extLst>
      <p:ext uri="{BB962C8B-B14F-4D97-AF65-F5344CB8AC3E}">
        <p14:creationId xmlns:p14="http://schemas.microsoft.com/office/powerpoint/2010/main" val="8941252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65C60B-D09B-73C1-83C7-5B8D1B695E16}"/>
              </a:ext>
            </a:extLst>
          </p:cNvPr>
          <p:cNvSpPr>
            <a:spLocks noGrp="1"/>
          </p:cNvSpPr>
          <p:nvPr>
            <p:ph type="title"/>
          </p:nvPr>
        </p:nvSpPr>
        <p:spPr>
          <a:xfrm>
            <a:off x="495545" y="289068"/>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Introduction:</a:t>
            </a:r>
          </a:p>
        </p:txBody>
      </p:sp>
      <p:sp>
        <p:nvSpPr>
          <p:cNvPr id="3" name="Text Placeholder 2">
            <a:extLst>
              <a:ext uri="{FF2B5EF4-FFF2-40B4-BE49-F238E27FC236}">
                <a16:creationId xmlns:a16="http://schemas.microsoft.com/office/drawing/2014/main" id="{D0E2DCD9-A327-3BE0-5E99-2B80AB2BF98B}"/>
              </a:ext>
            </a:extLst>
          </p:cNvPr>
          <p:cNvSpPr>
            <a:spLocks noGrp="1"/>
          </p:cNvSpPr>
          <p:nvPr>
            <p:ph type="body" idx="1"/>
          </p:nvPr>
        </p:nvSpPr>
        <p:spPr>
          <a:xfrm>
            <a:off x="589722" y="1217585"/>
            <a:ext cx="8458693" cy="6091914"/>
          </a:xfrm>
        </p:spPr>
        <p:txBody>
          <a:bodyPr>
            <a:noAutofit/>
          </a:bodyPr>
          <a:lstStyle/>
          <a:p>
            <a:pPr>
              <a:lnSpc>
                <a:spcPct val="120000"/>
              </a:lnSpc>
            </a:pPr>
            <a:r>
              <a:rPr lang="en-US" sz="1800" spc="-85" dirty="0">
                <a:latin typeface="Calibri" panose="020F0502020204030204" pitchFamily="34" charset="0"/>
                <a:ea typeface="Calibri" panose="020F0502020204030204" pitchFamily="34" charset="0"/>
                <a:cs typeface="Calibri" panose="020F0502020204030204" pitchFamily="34" charset="0"/>
              </a:rPr>
              <a:t>Flipkart</a:t>
            </a:r>
            <a:r>
              <a:rPr lang="en-US" sz="1800" spc="-26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is</a:t>
            </a:r>
            <a:r>
              <a:rPr lang="en-US" sz="1800" spc="-195" dirty="0">
                <a:latin typeface="Calibri" panose="020F0502020204030204" pitchFamily="34" charset="0"/>
                <a:ea typeface="Calibri" panose="020F0502020204030204" pitchFamily="34" charset="0"/>
                <a:cs typeface="Calibri" panose="020F0502020204030204" pitchFamily="34" charset="0"/>
              </a:rPr>
              <a:t> </a:t>
            </a:r>
            <a:r>
              <a:rPr lang="en-US" sz="1800" spc="-25" dirty="0">
                <a:latin typeface="Calibri" panose="020F0502020204030204" pitchFamily="34" charset="0"/>
                <a:ea typeface="Calibri" panose="020F0502020204030204" pitchFamily="34" charset="0"/>
                <a:cs typeface="Calibri" panose="020F0502020204030204" pitchFamily="34" charset="0"/>
              </a:rPr>
              <a:t>one</a:t>
            </a:r>
            <a:r>
              <a:rPr lang="en-US" sz="1800" spc="-135" dirty="0">
                <a:latin typeface="Calibri" panose="020F0502020204030204" pitchFamily="34" charset="0"/>
                <a:ea typeface="Calibri" panose="020F0502020204030204" pitchFamily="34" charset="0"/>
                <a:cs typeface="Calibri" panose="020F0502020204030204" pitchFamily="34" charset="0"/>
              </a:rPr>
              <a:t> </a:t>
            </a:r>
            <a:r>
              <a:rPr lang="en-US" sz="1800" spc="-105" dirty="0">
                <a:latin typeface="Calibri" panose="020F0502020204030204" pitchFamily="34" charset="0"/>
                <a:ea typeface="Calibri" panose="020F0502020204030204" pitchFamily="34" charset="0"/>
                <a:cs typeface="Calibri" panose="020F0502020204030204" pitchFamily="34" charset="0"/>
              </a:rPr>
              <a:t>of</a:t>
            </a:r>
            <a:r>
              <a:rPr lang="en-US" sz="1800" spc="-120" dirty="0">
                <a:latin typeface="Calibri" panose="020F0502020204030204" pitchFamily="34" charset="0"/>
                <a:ea typeface="Calibri" panose="020F0502020204030204" pitchFamily="34" charset="0"/>
                <a:cs typeface="Calibri" panose="020F0502020204030204" pitchFamily="34" charset="0"/>
              </a:rPr>
              <a:t> </a:t>
            </a:r>
            <a:r>
              <a:rPr lang="en-US" sz="1800" spc="-75" dirty="0">
                <a:latin typeface="Calibri" panose="020F0502020204030204" pitchFamily="34" charset="0"/>
                <a:ea typeface="Calibri" panose="020F0502020204030204" pitchFamily="34" charset="0"/>
                <a:cs typeface="Calibri" panose="020F0502020204030204" pitchFamily="34" charset="0"/>
              </a:rPr>
              <a:t>India’s</a:t>
            </a:r>
            <a:r>
              <a:rPr lang="en-US" sz="1800" spc="-195" dirty="0">
                <a:latin typeface="Calibri" panose="020F0502020204030204" pitchFamily="34" charset="0"/>
                <a:ea typeface="Calibri" panose="020F0502020204030204" pitchFamily="34" charset="0"/>
                <a:cs typeface="Calibri" panose="020F0502020204030204" pitchFamily="34" charset="0"/>
              </a:rPr>
              <a:t> </a:t>
            </a:r>
            <a:r>
              <a:rPr lang="en-US" sz="1800" spc="-65" dirty="0">
                <a:latin typeface="Calibri" panose="020F0502020204030204" pitchFamily="34" charset="0"/>
                <a:ea typeface="Calibri" panose="020F0502020204030204" pitchFamily="34" charset="0"/>
                <a:cs typeface="Calibri" panose="020F0502020204030204" pitchFamily="34" charset="0"/>
              </a:rPr>
              <a:t>largest</a:t>
            </a:r>
            <a:r>
              <a:rPr lang="en-US" sz="1800" spc="-17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a:t>
            </a:r>
            <a:r>
              <a:rPr lang="en-US" sz="1800" spc="-22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most</a:t>
            </a:r>
            <a:r>
              <a:rPr lang="en-US" sz="1800" spc="-180" dirty="0">
                <a:latin typeface="Calibri" panose="020F0502020204030204" pitchFamily="34" charset="0"/>
                <a:ea typeface="Calibri" panose="020F0502020204030204" pitchFamily="34" charset="0"/>
                <a:cs typeface="Calibri" panose="020F0502020204030204" pitchFamily="34" charset="0"/>
              </a:rPr>
              <a:t> </a:t>
            </a:r>
            <a:r>
              <a:rPr lang="en-US" sz="1800" spc="-80" dirty="0">
                <a:latin typeface="Calibri" panose="020F0502020204030204" pitchFamily="34" charset="0"/>
                <a:ea typeface="Calibri" panose="020F0502020204030204" pitchFamily="34" charset="0"/>
                <a:cs typeface="Calibri" panose="020F0502020204030204" pitchFamily="34" charset="0"/>
              </a:rPr>
              <a:t>influential</a:t>
            </a:r>
            <a:r>
              <a:rPr lang="en-US" sz="1800" spc="-175" dirty="0">
                <a:latin typeface="Calibri" panose="020F0502020204030204" pitchFamily="34" charset="0"/>
                <a:ea typeface="Calibri" panose="020F0502020204030204" pitchFamily="34" charset="0"/>
                <a:cs typeface="Calibri" panose="020F0502020204030204" pitchFamily="34" charset="0"/>
              </a:rPr>
              <a:t> </a:t>
            </a:r>
            <a:r>
              <a:rPr lang="en-US" sz="1800" spc="-35" dirty="0">
                <a:latin typeface="Calibri" panose="020F0502020204030204" pitchFamily="34" charset="0"/>
                <a:ea typeface="Calibri" panose="020F0502020204030204" pitchFamily="34" charset="0"/>
                <a:cs typeface="Calibri" panose="020F0502020204030204" pitchFamily="34" charset="0"/>
              </a:rPr>
              <a:t>e-</a:t>
            </a:r>
            <a:r>
              <a:rPr lang="en-US" sz="1800" spc="-10" dirty="0">
                <a:latin typeface="Calibri" panose="020F0502020204030204" pitchFamily="34" charset="0"/>
                <a:ea typeface="Calibri" panose="020F0502020204030204" pitchFamily="34" charset="0"/>
                <a:cs typeface="Calibri" panose="020F0502020204030204" pitchFamily="34" charset="0"/>
              </a:rPr>
              <a:t>commerce</a:t>
            </a:r>
            <a:r>
              <a:rPr lang="en-US" sz="1800" spc="-220" dirty="0">
                <a:latin typeface="Calibri" panose="020F0502020204030204" pitchFamily="34" charset="0"/>
                <a:ea typeface="Calibri" panose="020F0502020204030204" pitchFamily="34" charset="0"/>
                <a:cs typeface="Calibri" panose="020F0502020204030204" pitchFamily="34" charset="0"/>
              </a:rPr>
              <a:t> </a:t>
            </a:r>
            <a:r>
              <a:rPr lang="en-US" sz="1800" spc="-10" dirty="0">
                <a:latin typeface="Calibri" panose="020F0502020204030204" pitchFamily="34" charset="0"/>
                <a:ea typeface="Calibri" panose="020F0502020204030204" pitchFamily="34" charset="0"/>
                <a:cs typeface="Calibri" panose="020F0502020204030204" pitchFamily="34" charset="0"/>
              </a:rPr>
              <a:t>platforms, </a:t>
            </a:r>
            <a:r>
              <a:rPr lang="en-US" sz="1800" spc="-105" dirty="0">
                <a:latin typeface="Calibri" panose="020F0502020204030204" pitchFamily="34" charset="0"/>
                <a:ea typeface="Calibri" panose="020F0502020204030204" pitchFamily="34" charset="0"/>
                <a:cs typeface="Calibri" panose="020F0502020204030204" pitchFamily="34" charset="0"/>
              </a:rPr>
              <a:t>offering</a:t>
            </a:r>
            <a:r>
              <a:rPr lang="en-US" sz="1800" spc="-19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a:t>
            </a:r>
            <a:r>
              <a:rPr lang="en-US" sz="1800" spc="-145" dirty="0">
                <a:latin typeface="Calibri" panose="020F0502020204030204" pitchFamily="34" charset="0"/>
                <a:ea typeface="Calibri" panose="020F0502020204030204" pitchFamily="34" charset="0"/>
                <a:cs typeface="Calibri" panose="020F0502020204030204" pitchFamily="34" charset="0"/>
              </a:rPr>
              <a:t> </a:t>
            </a:r>
            <a:r>
              <a:rPr lang="en-US" sz="1800" spc="-60" dirty="0">
                <a:latin typeface="Calibri" panose="020F0502020204030204" pitchFamily="34" charset="0"/>
                <a:ea typeface="Calibri" panose="020F0502020204030204" pitchFamily="34" charset="0"/>
                <a:cs typeface="Calibri" panose="020F0502020204030204" pitchFamily="34" charset="0"/>
              </a:rPr>
              <a:t>wide</a:t>
            </a:r>
            <a:r>
              <a:rPr lang="en-US" sz="1800" spc="-210" dirty="0">
                <a:latin typeface="Calibri" panose="020F0502020204030204" pitchFamily="34" charset="0"/>
                <a:ea typeface="Calibri" panose="020F0502020204030204" pitchFamily="34" charset="0"/>
                <a:cs typeface="Calibri" panose="020F0502020204030204" pitchFamily="34" charset="0"/>
              </a:rPr>
              <a:t> </a:t>
            </a:r>
            <a:r>
              <a:rPr lang="en-US" sz="1800" spc="-70" dirty="0">
                <a:latin typeface="Calibri" panose="020F0502020204030204" pitchFamily="34" charset="0"/>
                <a:ea typeface="Calibri" panose="020F0502020204030204" pitchFamily="34" charset="0"/>
                <a:cs typeface="Calibri" panose="020F0502020204030204" pitchFamily="34" charset="0"/>
              </a:rPr>
              <a:t>range</a:t>
            </a:r>
            <a:r>
              <a:rPr lang="en-US" sz="1800" spc="-215" dirty="0">
                <a:latin typeface="Calibri" panose="020F0502020204030204" pitchFamily="34" charset="0"/>
                <a:ea typeface="Calibri" panose="020F0502020204030204" pitchFamily="34" charset="0"/>
                <a:cs typeface="Calibri" panose="020F0502020204030204" pitchFamily="34" charset="0"/>
              </a:rPr>
              <a:t> </a:t>
            </a:r>
            <a:r>
              <a:rPr lang="en-US" sz="1800" spc="-70" dirty="0">
                <a:latin typeface="Calibri" panose="020F0502020204030204" pitchFamily="34" charset="0"/>
                <a:ea typeface="Calibri" panose="020F0502020204030204" pitchFamily="34" charset="0"/>
                <a:cs typeface="Calibri" panose="020F0502020204030204" pitchFamily="34" charset="0"/>
              </a:rPr>
              <a:t>of</a:t>
            </a:r>
            <a:r>
              <a:rPr lang="en-US" sz="1800" spc="-195" dirty="0">
                <a:latin typeface="Calibri" panose="020F0502020204030204" pitchFamily="34" charset="0"/>
                <a:ea typeface="Calibri" panose="020F0502020204030204" pitchFamily="34" charset="0"/>
                <a:cs typeface="Calibri" panose="020F0502020204030204" pitchFamily="34" charset="0"/>
              </a:rPr>
              <a:t> </a:t>
            </a:r>
            <a:r>
              <a:rPr lang="en-US" sz="1800" spc="-10" dirty="0">
                <a:latin typeface="Calibri" panose="020F0502020204030204" pitchFamily="34" charset="0"/>
                <a:ea typeface="Calibri" panose="020F0502020204030204" pitchFamily="34" charset="0"/>
                <a:cs typeface="Calibri" panose="020F0502020204030204" pitchFamily="34" charset="0"/>
              </a:rPr>
              <a:t>products</a:t>
            </a:r>
            <a:r>
              <a:rPr lang="en-US" sz="1800" spc="-185"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across</a:t>
            </a:r>
            <a:r>
              <a:rPr lang="en-US" sz="1800" spc="-190" dirty="0">
                <a:latin typeface="Calibri" panose="020F0502020204030204" pitchFamily="34" charset="0"/>
                <a:ea typeface="Calibri" panose="020F0502020204030204" pitchFamily="34" charset="0"/>
                <a:cs typeface="Calibri" panose="020F0502020204030204" pitchFamily="34" charset="0"/>
              </a:rPr>
              <a:t> </a:t>
            </a:r>
            <a:r>
              <a:rPr lang="en-US" sz="1800" spc="-55" dirty="0">
                <a:latin typeface="Calibri" panose="020F0502020204030204" pitchFamily="34" charset="0"/>
                <a:ea typeface="Calibri" panose="020F0502020204030204" pitchFamily="34" charset="0"/>
                <a:cs typeface="Calibri" panose="020F0502020204030204" pitchFamily="34" charset="0"/>
              </a:rPr>
              <a:t>categories</a:t>
            </a:r>
            <a:r>
              <a:rPr lang="en-US" sz="1800" spc="-190" dirty="0">
                <a:latin typeface="Calibri" panose="020F0502020204030204" pitchFamily="34" charset="0"/>
                <a:ea typeface="Calibri" panose="020F0502020204030204" pitchFamily="34" charset="0"/>
                <a:cs typeface="Calibri" panose="020F0502020204030204" pitchFamily="34" charset="0"/>
              </a:rPr>
              <a:t> </a:t>
            </a:r>
            <a:r>
              <a:rPr lang="en-US" sz="1800" spc="60" dirty="0">
                <a:latin typeface="Calibri" panose="020F0502020204030204" pitchFamily="34" charset="0"/>
                <a:ea typeface="Calibri" panose="020F0502020204030204" pitchFamily="34" charset="0"/>
                <a:cs typeface="Calibri" panose="020F0502020204030204" pitchFamily="34" charset="0"/>
              </a:rPr>
              <a:t>such</a:t>
            </a:r>
            <a:r>
              <a:rPr lang="en-US" sz="1800" spc="-114" dirty="0">
                <a:latin typeface="Calibri" panose="020F0502020204030204" pitchFamily="34" charset="0"/>
                <a:ea typeface="Calibri" panose="020F0502020204030204" pitchFamily="34" charset="0"/>
                <a:cs typeface="Calibri" panose="020F0502020204030204" pitchFamily="34" charset="0"/>
              </a:rPr>
              <a:t> </a:t>
            </a:r>
            <a:r>
              <a:rPr lang="en-US" sz="1800" spc="100" dirty="0">
                <a:latin typeface="Calibri" panose="020F0502020204030204" pitchFamily="34" charset="0"/>
                <a:ea typeface="Calibri" panose="020F0502020204030204" pitchFamily="34" charset="0"/>
                <a:cs typeface="Calibri" panose="020F0502020204030204" pitchFamily="34" charset="0"/>
              </a:rPr>
              <a:t>as</a:t>
            </a:r>
            <a:r>
              <a:rPr lang="en-US" sz="1800" spc="-185" dirty="0">
                <a:latin typeface="Calibri" panose="020F0502020204030204" pitchFamily="34" charset="0"/>
                <a:ea typeface="Calibri" panose="020F0502020204030204" pitchFamily="34" charset="0"/>
                <a:cs typeface="Calibri" panose="020F0502020204030204" pitchFamily="34" charset="0"/>
              </a:rPr>
              <a:t> </a:t>
            </a:r>
            <a:r>
              <a:rPr lang="en-US" sz="1800" spc="-10" dirty="0">
                <a:latin typeface="Calibri" panose="020F0502020204030204" pitchFamily="34" charset="0"/>
                <a:ea typeface="Calibri" panose="020F0502020204030204" pitchFamily="34" charset="0"/>
                <a:cs typeface="Calibri" panose="020F0502020204030204" pitchFamily="34" charset="0"/>
              </a:rPr>
              <a:t>electronics, </a:t>
            </a:r>
            <a:r>
              <a:rPr lang="en-US" sz="1800" spc="-50" dirty="0">
                <a:latin typeface="Calibri" panose="020F0502020204030204" pitchFamily="34" charset="0"/>
                <a:ea typeface="Calibri" panose="020F0502020204030204" pitchFamily="34" charset="0"/>
                <a:cs typeface="Calibri" panose="020F0502020204030204" pitchFamily="34" charset="0"/>
              </a:rPr>
              <a:t>fashion,</a:t>
            </a:r>
            <a:r>
              <a:rPr lang="en-US" sz="1800" spc="-17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home</a:t>
            </a:r>
            <a:r>
              <a:rPr lang="en-US" sz="1800" spc="-229" dirty="0">
                <a:latin typeface="Calibri" panose="020F0502020204030204" pitchFamily="34" charset="0"/>
                <a:ea typeface="Calibri" panose="020F0502020204030204" pitchFamily="34" charset="0"/>
                <a:cs typeface="Calibri" panose="020F0502020204030204" pitchFamily="34" charset="0"/>
              </a:rPr>
              <a:t> </a:t>
            </a:r>
            <a:r>
              <a:rPr lang="en-US" sz="1800" spc="-35" dirty="0">
                <a:latin typeface="Calibri" panose="020F0502020204030204" pitchFamily="34" charset="0"/>
                <a:ea typeface="Calibri" panose="020F0502020204030204" pitchFamily="34" charset="0"/>
                <a:cs typeface="Calibri" panose="020F0502020204030204" pitchFamily="34" charset="0"/>
              </a:rPr>
              <a:t>appliances,</a:t>
            </a:r>
            <a:r>
              <a:rPr lang="en-US" sz="1800" spc="-170" dirty="0">
                <a:latin typeface="Calibri" panose="020F0502020204030204" pitchFamily="34" charset="0"/>
                <a:ea typeface="Calibri" panose="020F0502020204030204" pitchFamily="34" charset="0"/>
                <a:cs typeface="Calibri" panose="020F0502020204030204" pitchFamily="34" charset="0"/>
              </a:rPr>
              <a:t> </a:t>
            </a:r>
            <a:r>
              <a:rPr lang="en-US" sz="1800" spc="-70" dirty="0">
                <a:latin typeface="Calibri" panose="020F0502020204030204" pitchFamily="34" charset="0"/>
                <a:ea typeface="Calibri" panose="020F0502020204030204" pitchFamily="34" charset="0"/>
                <a:cs typeface="Calibri" panose="020F0502020204030204" pitchFamily="34" charset="0"/>
              </a:rPr>
              <a:t>groceries,</a:t>
            </a:r>
            <a:r>
              <a:rPr lang="en-US" sz="1800" spc="-17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and</a:t>
            </a:r>
            <a:r>
              <a:rPr lang="en-US" sz="1800" spc="-235" dirty="0">
                <a:latin typeface="Calibri" panose="020F0502020204030204" pitchFamily="34" charset="0"/>
                <a:ea typeface="Calibri" panose="020F0502020204030204" pitchFamily="34" charset="0"/>
                <a:cs typeface="Calibri" panose="020F0502020204030204" pitchFamily="34" charset="0"/>
              </a:rPr>
              <a:t> </a:t>
            </a:r>
            <a:r>
              <a:rPr lang="en-US" sz="1800" spc="-95" dirty="0">
                <a:latin typeface="Calibri" panose="020F0502020204030204" pitchFamily="34" charset="0"/>
                <a:ea typeface="Calibri" panose="020F0502020204030204" pitchFamily="34" charset="0"/>
                <a:cs typeface="Calibri" panose="020F0502020204030204" pitchFamily="34" charset="0"/>
              </a:rPr>
              <a:t>more.</a:t>
            </a:r>
            <a:r>
              <a:rPr lang="en-US" sz="1800" spc="-170" dirty="0">
                <a:latin typeface="Calibri" panose="020F0502020204030204" pitchFamily="34" charset="0"/>
                <a:ea typeface="Calibri" panose="020F0502020204030204" pitchFamily="34" charset="0"/>
                <a:cs typeface="Calibri" panose="020F0502020204030204" pitchFamily="34" charset="0"/>
              </a:rPr>
              <a:t> </a:t>
            </a:r>
            <a:r>
              <a:rPr lang="en-US" sz="1800" spc="-20" dirty="0">
                <a:latin typeface="Calibri" panose="020F0502020204030204" pitchFamily="34" charset="0"/>
                <a:ea typeface="Calibri" panose="020F0502020204030204" pitchFamily="34" charset="0"/>
                <a:cs typeface="Calibri" panose="020F0502020204030204" pitchFamily="34" charset="0"/>
              </a:rPr>
              <a:t>Founded</a:t>
            </a:r>
            <a:r>
              <a:rPr lang="en-US" sz="1800" spc="-150" dirty="0">
                <a:latin typeface="Calibri" panose="020F0502020204030204" pitchFamily="34" charset="0"/>
                <a:ea typeface="Calibri" panose="020F0502020204030204" pitchFamily="34" charset="0"/>
                <a:cs typeface="Calibri" panose="020F0502020204030204" pitchFamily="34" charset="0"/>
              </a:rPr>
              <a:t> </a:t>
            </a:r>
            <a:r>
              <a:rPr lang="en-US" sz="1800" spc="-90" dirty="0">
                <a:latin typeface="Calibri" panose="020F0502020204030204" pitchFamily="34" charset="0"/>
                <a:ea typeface="Calibri" panose="020F0502020204030204" pitchFamily="34" charset="0"/>
                <a:cs typeface="Calibri" panose="020F0502020204030204" pitchFamily="34" charset="0"/>
              </a:rPr>
              <a:t>in</a:t>
            </a:r>
            <a:r>
              <a:rPr lang="en-US" sz="1800" spc="-130" dirty="0">
                <a:latin typeface="Calibri" panose="020F0502020204030204" pitchFamily="34" charset="0"/>
                <a:ea typeface="Calibri" panose="020F0502020204030204" pitchFamily="34" charset="0"/>
                <a:cs typeface="Calibri" panose="020F0502020204030204" pitchFamily="34" charset="0"/>
              </a:rPr>
              <a:t> </a:t>
            </a:r>
            <a:r>
              <a:rPr lang="en-US" sz="1800" dirty="0">
                <a:latin typeface="Calibri" panose="020F0502020204030204" pitchFamily="34" charset="0"/>
                <a:ea typeface="Calibri" panose="020F0502020204030204" pitchFamily="34" charset="0"/>
                <a:cs typeface="Calibri" panose="020F0502020204030204" pitchFamily="34" charset="0"/>
              </a:rPr>
              <a:t>2007</a:t>
            </a:r>
            <a:r>
              <a:rPr lang="en-US" sz="1800" spc="-165" dirty="0">
                <a:latin typeface="Calibri" panose="020F0502020204030204" pitchFamily="34" charset="0"/>
                <a:ea typeface="Calibri" panose="020F0502020204030204" pitchFamily="34" charset="0"/>
                <a:cs typeface="Calibri" panose="020F0502020204030204" pitchFamily="34" charset="0"/>
              </a:rPr>
              <a:t> </a:t>
            </a:r>
            <a:r>
              <a:rPr lang="en-US" sz="1800" spc="-100" dirty="0">
                <a:latin typeface="Calibri" panose="020F0502020204030204" pitchFamily="34" charset="0"/>
                <a:ea typeface="Calibri" panose="020F0502020204030204" pitchFamily="34" charset="0"/>
                <a:cs typeface="Calibri" panose="020F0502020204030204" pitchFamily="34" charset="0"/>
              </a:rPr>
              <a:t>by</a:t>
            </a:r>
            <a:r>
              <a:rPr lang="en-US" sz="1800" spc="-195" dirty="0">
                <a:latin typeface="Calibri" panose="020F0502020204030204" pitchFamily="34" charset="0"/>
                <a:ea typeface="Calibri" panose="020F0502020204030204" pitchFamily="34" charset="0"/>
                <a:cs typeface="Calibri" panose="020F0502020204030204" pitchFamily="34" charset="0"/>
              </a:rPr>
              <a:t> </a:t>
            </a:r>
            <a:r>
              <a:rPr lang="en-US" sz="1800" spc="-10" dirty="0">
                <a:latin typeface="Calibri" panose="020F0502020204030204" pitchFamily="34" charset="0"/>
                <a:ea typeface="Calibri" panose="020F0502020204030204" pitchFamily="34" charset="0"/>
                <a:cs typeface="Calibri" panose="020F0502020204030204" pitchFamily="34" charset="0"/>
              </a:rPr>
              <a:t>Sachin </a:t>
            </a:r>
            <a:r>
              <a:rPr lang="en-US" sz="1800" dirty="0">
                <a:latin typeface="Calibri" panose="020F0502020204030204" pitchFamily="34" charset="0"/>
                <a:ea typeface="Calibri" panose="020F0502020204030204" pitchFamily="34" charset="0"/>
                <a:cs typeface="Calibri" panose="020F0502020204030204" pitchFamily="34" charset="0"/>
              </a:rPr>
              <a:t>and</a:t>
            </a:r>
            <a:r>
              <a:rPr lang="en-US" sz="1800" spc="-215" dirty="0">
                <a:latin typeface="Calibri" panose="020F0502020204030204" pitchFamily="34" charset="0"/>
                <a:ea typeface="Calibri" panose="020F0502020204030204" pitchFamily="34" charset="0"/>
                <a:cs typeface="Calibri" panose="020F0502020204030204" pitchFamily="34" charset="0"/>
              </a:rPr>
              <a:t> </a:t>
            </a:r>
            <a:r>
              <a:rPr lang="en-US" sz="1800" spc="-45" dirty="0">
                <a:latin typeface="Calibri" panose="020F0502020204030204" pitchFamily="34" charset="0"/>
                <a:ea typeface="Calibri" panose="020F0502020204030204" pitchFamily="34" charset="0"/>
                <a:cs typeface="Calibri" panose="020F0502020204030204" pitchFamily="34" charset="0"/>
              </a:rPr>
              <a:t>Binny</a:t>
            </a:r>
            <a:r>
              <a:rPr lang="en-US" sz="1800" spc="-175" dirty="0">
                <a:latin typeface="Calibri" panose="020F0502020204030204" pitchFamily="34" charset="0"/>
                <a:ea typeface="Calibri" panose="020F0502020204030204" pitchFamily="34" charset="0"/>
                <a:cs typeface="Calibri" panose="020F0502020204030204" pitchFamily="34" charset="0"/>
              </a:rPr>
              <a:t> </a:t>
            </a:r>
            <a:r>
              <a:rPr lang="en-US" sz="1800" spc="-10" dirty="0">
                <a:latin typeface="Calibri" panose="020F0502020204030204" pitchFamily="34" charset="0"/>
                <a:ea typeface="Calibri" panose="020F0502020204030204" pitchFamily="34" charset="0"/>
                <a:cs typeface="Calibri" panose="020F0502020204030204" pitchFamily="34" charset="0"/>
              </a:rPr>
              <a:t>Bansal.</a:t>
            </a:r>
            <a:endParaRPr lang="en-US" sz="1800" dirty="0">
              <a:latin typeface="Calibri" panose="020F0502020204030204" pitchFamily="34" charset="0"/>
              <a:ea typeface="Calibri" panose="020F0502020204030204" pitchFamily="34" charset="0"/>
              <a:cs typeface="Calibri" panose="020F0502020204030204" pitchFamily="34" charset="0"/>
            </a:endParaRPr>
          </a:p>
          <a:p>
            <a:pPr>
              <a:lnSpc>
                <a:spcPct val="120000"/>
              </a:lnSpc>
            </a:pPr>
            <a:r>
              <a:rPr lang="en-US" sz="1800" dirty="0"/>
              <a:t>The Flipkart TV Data Analysis project focuses on exploring product details, pricing patterns, and customer ratings from Flipkart’s online marketplace.</a:t>
            </a:r>
          </a:p>
          <a:p>
            <a:pPr>
              <a:lnSpc>
                <a:spcPct val="120000"/>
              </a:lnSpc>
            </a:pPr>
            <a:r>
              <a:rPr lang="en-US" sz="1800" dirty="0"/>
              <a:t>Data was collected through web scraping and refined for meaningful insights using Python libraries like Pandas, Seaborn, and Matplotlib.</a:t>
            </a:r>
          </a:p>
          <a:p>
            <a:pPr>
              <a:lnSpc>
                <a:spcPct val="120000"/>
              </a:lnSpc>
            </a:pPr>
            <a:r>
              <a:rPr lang="en-US" sz="1800" dirty="0"/>
              <a:t>The dataset includes information on TV brands, display sizes, prices, and ratings.</a:t>
            </a:r>
          </a:p>
          <a:p>
            <a:pPr>
              <a:lnSpc>
                <a:spcPct val="120000"/>
              </a:lnSpc>
            </a:pPr>
            <a:r>
              <a:rPr lang="en-US" sz="1800" dirty="0"/>
              <a:t>Through visualization techniques such as heatmaps and trend charts, the study identifies key factors influencing price and popularity.</a:t>
            </a:r>
          </a:p>
          <a:p>
            <a:pPr>
              <a:lnSpc>
                <a:spcPct val="120000"/>
              </a:lnSpc>
            </a:pPr>
            <a:r>
              <a:rPr lang="en-US" sz="1800" dirty="0"/>
              <a:t>This project highlights how data analysis helps understand market trends and customer preferences in India’s growing smart TV industry.</a:t>
            </a:r>
            <a:endParaRPr lang="en-IN" sz="1800" dirty="0"/>
          </a:p>
        </p:txBody>
      </p:sp>
      <p:sp>
        <p:nvSpPr>
          <p:cNvPr id="5" name="AutoShape 4" descr="IMDb Yellow Logo on Transparent Background">
            <a:extLst>
              <a:ext uri="{FF2B5EF4-FFF2-40B4-BE49-F238E27FC236}">
                <a16:creationId xmlns:a16="http://schemas.microsoft.com/office/drawing/2014/main" id="{B22221D8-FFB4-69A5-0E6B-CFA11E559A85}"/>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9F4D67FC-92D3-6EE8-165B-2A06CBBE8CA9}"/>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7" name="Picture 6">
            <a:extLst>
              <a:ext uri="{FF2B5EF4-FFF2-40B4-BE49-F238E27FC236}">
                <a16:creationId xmlns:a16="http://schemas.microsoft.com/office/drawing/2014/main" id="{100DC926-7B2C-1473-A77D-6F1C1D5C0757}"/>
              </a:ext>
            </a:extLst>
          </p:cNvPr>
          <p:cNvPicPr>
            <a:picLocks noChangeAspect="1"/>
          </p:cNvPicPr>
          <p:nvPr/>
        </p:nvPicPr>
        <p:blipFill>
          <a:blip r:embed="rId2"/>
          <a:stretch>
            <a:fillRect/>
          </a:stretch>
        </p:blipFill>
        <p:spPr>
          <a:xfrm rot="16200000">
            <a:off x="8173854" y="2331469"/>
            <a:ext cx="4462329" cy="2195061"/>
          </a:xfrm>
          <a:prstGeom prst="rect">
            <a:avLst/>
          </a:prstGeom>
        </p:spPr>
      </p:pic>
    </p:spTree>
    <p:extLst>
      <p:ext uri="{BB962C8B-B14F-4D97-AF65-F5344CB8AC3E}">
        <p14:creationId xmlns:p14="http://schemas.microsoft.com/office/powerpoint/2010/main" val="285989412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a:extLst>
            <a:ext uri="{FF2B5EF4-FFF2-40B4-BE49-F238E27FC236}">
              <a16:creationId xmlns:a16="http://schemas.microsoft.com/office/drawing/2014/main" id="{0258D8E4-E110-A56B-CF40-8DF4088243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C757C9-6048-86FD-D462-6C4061560167}"/>
              </a:ext>
            </a:extLst>
          </p:cNvPr>
          <p:cNvSpPr>
            <a:spLocks noGrp="1"/>
          </p:cNvSpPr>
          <p:nvPr>
            <p:ph type="title"/>
          </p:nvPr>
        </p:nvSpPr>
        <p:spPr>
          <a:xfrm>
            <a:off x="435910" y="412841"/>
            <a:ext cx="10498393" cy="989759"/>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Business Problem:</a:t>
            </a:r>
          </a:p>
        </p:txBody>
      </p:sp>
      <p:sp>
        <p:nvSpPr>
          <p:cNvPr id="5" name="AutoShape 4" descr="IMDb Yellow Logo on Transparent Background">
            <a:extLst>
              <a:ext uri="{FF2B5EF4-FFF2-40B4-BE49-F238E27FC236}">
                <a16:creationId xmlns:a16="http://schemas.microsoft.com/office/drawing/2014/main" id="{53F8E77D-A54D-37AC-0CFB-13F9D3FF7B47}"/>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4" name="AutoShape 2" descr="AmbitionBox - Salary &amp; Reviews – Apps on Google Play">
            <a:extLst>
              <a:ext uri="{FF2B5EF4-FFF2-40B4-BE49-F238E27FC236}">
                <a16:creationId xmlns:a16="http://schemas.microsoft.com/office/drawing/2014/main" id="{B546583E-4336-B42B-A208-E8DBEF2661E8}"/>
              </a:ext>
            </a:extLst>
          </p:cNvPr>
          <p:cNvSpPr>
            <a:spLocks noChangeAspect="1" noChangeArrowheads="1"/>
          </p:cNvSpPr>
          <p:nvPr/>
        </p:nvSpPr>
        <p:spPr bwMode="auto">
          <a:xfrm>
            <a:off x="6096000" y="1798608"/>
            <a:ext cx="1935192" cy="1935192"/>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
        <p:nvSpPr>
          <p:cNvPr id="8" name="TextBox 7">
            <a:extLst>
              <a:ext uri="{FF2B5EF4-FFF2-40B4-BE49-F238E27FC236}">
                <a16:creationId xmlns:a16="http://schemas.microsoft.com/office/drawing/2014/main" id="{220DBD2A-2603-F502-B2D8-6CE9EB49EA78}"/>
              </a:ext>
            </a:extLst>
          </p:cNvPr>
          <p:cNvSpPr txBox="1"/>
          <p:nvPr/>
        </p:nvSpPr>
        <p:spPr>
          <a:xfrm>
            <a:off x="635028" y="1996350"/>
            <a:ext cx="7019680" cy="3170099"/>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Flipkart’s TV data is scattered across various web pages and formats, making it difficult to analyze price patterns and product features effectively.</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Consumers and sellers lack structured insights into brand performance, pricing trends, and customer preferences.</a:t>
            </a:r>
            <a:br>
              <a:rPr lang="en-US" sz="2000" dirty="0">
                <a:latin typeface="Calibri" panose="020F0502020204030204" pitchFamily="34" charset="0"/>
                <a:ea typeface="Calibri" panose="020F0502020204030204" pitchFamily="34" charset="0"/>
                <a:cs typeface="Calibri" panose="020F0502020204030204" pitchFamily="34" charset="0"/>
              </a:rPr>
            </a:b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There is a need for organized data analysis to uncover meaningful patterns and support better product comparisons and market understanding.</a:t>
            </a:r>
          </a:p>
        </p:txBody>
      </p:sp>
      <p:pic>
        <p:nvPicPr>
          <p:cNvPr id="1026" name="Picture 2"/>
          <p:cNvPicPr>
            <a:picLocks noChangeAspect="1" noChangeArrowheads="1"/>
          </p:cNvPicPr>
          <p:nvPr/>
        </p:nvPicPr>
        <p:blipFill>
          <a:blip r:embed="rId2"/>
          <a:srcRect/>
          <a:stretch/>
        </p:blipFill>
        <p:spPr bwMode="auto">
          <a:xfrm>
            <a:off x="8108468" y="1610730"/>
            <a:ext cx="3448504" cy="3636540"/>
          </a:xfrm>
          <a:prstGeom prst="rect">
            <a:avLst/>
          </a:prstGeom>
          <a:ln>
            <a:noFill/>
          </a:ln>
          <a:effectLst>
            <a:glow rad="127000">
              <a:schemeClr val="accent1">
                <a:alpha val="0"/>
              </a:schemeClr>
            </a:glow>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7736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EAFAD8-355A-6C86-DAAE-3E3F9DC686CB}"/>
              </a:ext>
            </a:extLst>
          </p:cNvPr>
          <p:cNvSpPr>
            <a:spLocks noGrp="1"/>
          </p:cNvSpPr>
          <p:nvPr>
            <p:ph type="title"/>
          </p:nvPr>
        </p:nvSpPr>
        <p:spPr>
          <a:xfrm>
            <a:off x="1392868" y="658614"/>
            <a:ext cx="7910158" cy="909136"/>
          </a:xfrm>
        </p:spPr>
        <p:txBody>
          <a:bodyPr>
            <a:normAutofit/>
          </a:bodyPr>
          <a:lstStyle/>
          <a:p>
            <a:r>
              <a:rPr lang="en-IN" sz="4000" b="1" dirty="0">
                <a:solidFill>
                  <a:schemeClr val="tx1"/>
                </a:solidFill>
                <a:latin typeface="Times New Roman" panose="02020603050405020304" pitchFamily="18" charset="0"/>
                <a:cs typeface="Times New Roman" panose="02020603050405020304" pitchFamily="18" charset="0"/>
              </a:rPr>
              <a:t>Objectives:</a:t>
            </a:r>
          </a:p>
        </p:txBody>
      </p:sp>
      <p:sp>
        <p:nvSpPr>
          <p:cNvPr id="3" name="Text Placeholder 2">
            <a:extLst>
              <a:ext uri="{FF2B5EF4-FFF2-40B4-BE49-F238E27FC236}">
                <a16:creationId xmlns:a16="http://schemas.microsoft.com/office/drawing/2014/main" id="{552E286A-B439-A981-0498-5FBB8AF70FC4}"/>
              </a:ext>
            </a:extLst>
          </p:cNvPr>
          <p:cNvSpPr>
            <a:spLocks noGrp="1"/>
          </p:cNvSpPr>
          <p:nvPr>
            <p:ph type="body" idx="1"/>
          </p:nvPr>
        </p:nvSpPr>
        <p:spPr>
          <a:xfrm>
            <a:off x="1392868" y="1846045"/>
            <a:ext cx="5544645" cy="3908711"/>
          </a:xfrm>
        </p:spPr>
        <p:txBody>
          <a:bodyPr>
            <a:noAutofit/>
          </a:bodyPr>
          <a:lstStyle/>
          <a:p>
            <a:r>
              <a:rPr lang="en-US" sz="1800" dirty="0">
                <a:latin typeface="+mn-lt"/>
              </a:rPr>
              <a:t>To analyze and compare Flipkart TV products based on brand, price, display size, and customer ratings.</a:t>
            </a:r>
          </a:p>
          <a:p>
            <a:r>
              <a:rPr lang="en-US" sz="1800" dirty="0">
                <a:latin typeface="+mn-lt"/>
              </a:rPr>
              <a:t>To provide data-driven insights that help buyers and sellers understand pricing patterns and brand performance.</a:t>
            </a:r>
          </a:p>
          <a:p>
            <a:r>
              <a:rPr lang="en-US" sz="1800" dirty="0">
                <a:latin typeface="+mn-lt"/>
              </a:rPr>
              <a:t>To explore how different factors like display size and rating influence overall pricing and popularity.</a:t>
            </a:r>
          </a:p>
          <a:p>
            <a:r>
              <a:rPr lang="en-US" sz="1800" dirty="0">
                <a:latin typeface="+mn-lt"/>
              </a:rPr>
              <a:t>To visualize key market trends and identify the most preferred TV features among customers.</a:t>
            </a:r>
            <a:endParaRPr lang="en-US" sz="1800" dirty="0">
              <a:latin typeface="+mn-lt"/>
              <a:cs typeface="Times New Roman" panose="02020603050405020304" pitchFamily="18" charset="0"/>
            </a:endParaRPr>
          </a:p>
        </p:txBody>
      </p:sp>
      <p:pic>
        <p:nvPicPr>
          <p:cNvPr id="6" name="Picture 5">
            <a:extLst>
              <a:ext uri="{FF2B5EF4-FFF2-40B4-BE49-F238E27FC236}">
                <a16:creationId xmlns:a16="http://schemas.microsoft.com/office/drawing/2014/main" id="{B7BA1D8B-FB16-B49A-7B28-7F383B9D14F5}"/>
              </a:ext>
            </a:extLst>
          </p:cNvPr>
          <p:cNvPicPr>
            <a:picLocks noChangeAspect="1"/>
          </p:cNvPicPr>
          <p:nvPr/>
        </p:nvPicPr>
        <p:blipFill>
          <a:blip r:embed="rId2"/>
          <a:srcRect/>
          <a:stretch/>
        </p:blipFill>
        <p:spPr>
          <a:xfrm>
            <a:off x="7742582" y="1331843"/>
            <a:ext cx="3687417" cy="4194313"/>
          </a:xfrm>
          <a:prstGeom prst="rect">
            <a:avLst/>
          </a:prstGeom>
        </p:spPr>
      </p:pic>
    </p:spTree>
    <p:extLst>
      <p:ext uri="{BB962C8B-B14F-4D97-AF65-F5344CB8AC3E}">
        <p14:creationId xmlns:p14="http://schemas.microsoft.com/office/powerpoint/2010/main" val="39910279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52877-0C48-5832-A3A6-F82C9EE642F6}"/>
              </a:ext>
            </a:extLst>
          </p:cNvPr>
          <p:cNvSpPr>
            <a:spLocks noGrp="1"/>
          </p:cNvSpPr>
          <p:nvPr>
            <p:ph type="title"/>
          </p:nvPr>
        </p:nvSpPr>
        <p:spPr>
          <a:xfrm>
            <a:off x="577153" y="558031"/>
            <a:ext cx="3008179" cy="823861"/>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Tools Used:</a:t>
            </a:r>
          </a:p>
        </p:txBody>
      </p:sp>
      <p:pic>
        <p:nvPicPr>
          <p:cNvPr id="3076" name="Picture 4">
            <a:extLst>
              <a:ext uri="{FF2B5EF4-FFF2-40B4-BE49-F238E27FC236}">
                <a16:creationId xmlns:a16="http://schemas.microsoft.com/office/drawing/2014/main" id="{7091940F-394A-C4D9-49A9-28A0D53A39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4595" y="1498545"/>
            <a:ext cx="3930769" cy="1362075"/>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a:extLst>
              <a:ext uri="{FF2B5EF4-FFF2-40B4-BE49-F238E27FC236}">
                <a16:creationId xmlns:a16="http://schemas.microsoft.com/office/drawing/2014/main" id="{D143134B-5DDE-9DA9-C904-C2C12CE774F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57442" y="4425130"/>
            <a:ext cx="319087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3082" name="Picture 10" descr="RegEx - Transformation Services | openHAB">
            <a:extLst>
              <a:ext uri="{FF2B5EF4-FFF2-40B4-BE49-F238E27FC236}">
                <a16:creationId xmlns:a16="http://schemas.microsoft.com/office/drawing/2014/main" id="{EC2EC784-CEE9-A58C-1939-2AA806F636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2676" y="3016248"/>
            <a:ext cx="4019550" cy="1133475"/>
          </a:xfrm>
          <a:prstGeom prst="rect">
            <a:avLst/>
          </a:prstGeom>
          <a:noFill/>
          <a:extLst>
            <a:ext uri="{909E8E84-426E-40DD-AFC4-6F175D3DCCD1}">
              <a14:hiddenFill xmlns:a14="http://schemas.microsoft.com/office/drawing/2010/main">
                <a:solidFill>
                  <a:srgbClr val="FFFFFF"/>
                </a:solidFill>
              </a14:hiddenFill>
            </a:ext>
          </a:extLst>
        </p:spPr>
      </p:pic>
      <p:pic>
        <p:nvPicPr>
          <p:cNvPr id="3084" name="Picture 12" descr="Beautiful Soup 4 | Funthon">
            <a:extLst>
              <a:ext uri="{FF2B5EF4-FFF2-40B4-BE49-F238E27FC236}">
                <a16:creationId xmlns:a16="http://schemas.microsoft.com/office/drawing/2014/main" id="{81ABF712-4AED-CDA3-4D98-A52C78496C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81242" y="1479496"/>
            <a:ext cx="3267075" cy="1400175"/>
          </a:xfrm>
          <a:prstGeom prst="rect">
            <a:avLst/>
          </a:prstGeom>
          <a:noFill/>
          <a:extLst>
            <a:ext uri="{909E8E84-426E-40DD-AFC4-6F175D3DCCD1}">
              <a14:hiddenFill xmlns:a14="http://schemas.microsoft.com/office/drawing/2010/main">
                <a:solidFill>
                  <a:srgbClr val="FFFFFF"/>
                </a:solidFill>
              </a14:hiddenFill>
            </a:ext>
          </a:extLst>
        </p:spPr>
      </p:pic>
      <p:pic>
        <p:nvPicPr>
          <p:cNvPr id="3086" name="Picture 14" descr="Citing and logo — seaborn 0.13.2 ...">
            <a:extLst>
              <a:ext uri="{FF2B5EF4-FFF2-40B4-BE49-F238E27FC236}">
                <a16:creationId xmlns:a16="http://schemas.microsoft.com/office/drawing/2014/main" id="{7EC87C6C-8C0E-53D2-B133-B39020CFBBF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874595" y="4568005"/>
            <a:ext cx="4000500" cy="1143000"/>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descr="Matplotlib Logo &amp; Brand Assets (SVG ...">
            <a:extLst>
              <a:ext uri="{FF2B5EF4-FFF2-40B4-BE49-F238E27FC236}">
                <a16:creationId xmlns:a16="http://schemas.microsoft.com/office/drawing/2014/main" id="{65CBCFCE-FD98-D992-1C08-65F5EFEB614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732291" y="2968624"/>
            <a:ext cx="3705225" cy="1228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343228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084"/>
                                        </p:tgtEl>
                                        <p:attrNameLst>
                                          <p:attrName>style.visibility</p:attrName>
                                        </p:attrNameLst>
                                      </p:cBhvr>
                                      <p:to>
                                        <p:strVal val="visible"/>
                                      </p:to>
                                    </p:set>
                                    <p:animEffect transition="in" filter="barn(inVertical)">
                                      <p:cBhvr>
                                        <p:cTn id="7" dur="500"/>
                                        <p:tgtEl>
                                          <p:spTgt spid="308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3082"/>
                                        </p:tgtEl>
                                        <p:attrNameLst>
                                          <p:attrName>style.visibility</p:attrName>
                                        </p:attrNameLst>
                                      </p:cBhvr>
                                      <p:to>
                                        <p:strVal val="visible"/>
                                      </p:to>
                                    </p:set>
                                    <p:animEffect transition="in" filter="barn(inVertical)">
                                      <p:cBhvr>
                                        <p:cTn id="12" dur="500"/>
                                        <p:tgtEl>
                                          <p:spTgt spid="3082"/>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3078"/>
                                        </p:tgtEl>
                                        <p:attrNameLst>
                                          <p:attrName>style.visibility</p:attrName>
                                        </p:attrNameLst>
                                      </p:cBhvr>
                                      <p:to>
                                        <p:strVal val="visible"/>
                                      </p:to>
                                    </p:set>
                                    <p:animEffect transition="in" filter="barn(inVertical)">
                                      <p:cBhvr>
                                        <p:cTn id="17" dur="500"/>
                                        <p:tgtEl>
                                          <p:spTgt spid="307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nodeType="clickEffect">
                                  <p:stCondLst>
                                    <p:cond delay="0"/>
                                  </p:stCondLst>
                                  <p:childTnLst>
                                    <p:set>
                                      <p:cBhvr>
                                        <p:cTn id="21" dur="1" fill="hold">
                                          <p:stCondLst>
                                            <p:cond delay="0"/>
                                          </p:stCondLst>
                                        </p:cTn>
                                        <p:tgtEl>
                                          <p:spTgt spid="3076"/>
                                        </p:tgtEl>
                                        <p:attrNameLst>
                                          <p:attrName>style.visibility</p:attrName>
                                        </p:attrNameLst>
                                      </p:cBhvr>
                                      <p:to>
                                        <p:strVal val="visible"/>
                                      </p:to>
                                    </p:set>
                                    <p:animEffect transition="in" filter="barn(inVertical)">
                                      <p:cBhvr>
                                        <p:cTn id="22" dur="500"/>
                                        <p:tgtEl>
                                          <p:spTgt spid="3076"/>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barn(inVertical)">
                                      <p:cBhvr>
                                        <p:cTn id="27" dur="500"/>
                                        <p:tgtEl>
                                          <p:spTgt spid="3"/>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nodeType="clickEffect">
                                  <p:stCondLst>
                                    <p:cond delay="0"/>
                                  </p:stCondLst>
                                  <p:childTnLst>
                                    <p:set>
                                      <p:cBhvr>
                                        <p:cTn id="31" dur="1" fill="hold">
                                          <p:stCondLst>
                                            <p:cond delay="0"/>
                                          </p:stCondLst>
                                        </p:cTn>
                                        <p:tgtEl>
                                          <p:spTgt spid="3086"/>
                                        </p:tgtEl>
                                        <p:attrNameLst>
                                          <p:attrName>style.visibility</p:attrName>
                                        </p:attrNameLst>
                                      </p:cBhvr>
                                      <p:to>
                                        <p:strVal val="visible"/>
                                      </p:to>
                                    </p:set>
                                    <p:animEffect transition="in" filter="barn(inVertical)">
                                      <p:cBhvr>
                                        <p:cTn id="32" dur="500"/>
                                        <p:tgtEl>
                                          <p:spTgt spid="30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F9875-408F-AAEB-E616-9F7F913C414D}"/>
              </a:ext>
            </a:extLst>
          </p:cNvPr>
          <p:cNvSpPr>
            <a:spLocks noGrp="1"/>
          </p:cNvSpPr>
          <p:nvPr>
            <p:ph type="title"/>
          </p:nvPr>
        </p:nvSpPr>
        <p:spPr>
          <a:xfrm>
            <a:off x="547141" y="365376"/>
            <a:ext cx="3657623" cy="684068"/>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Web Scraping:</a:t>
            </a:r>
          </a:p>
        </p:txBody>
      </p:sp>
      <p:sp>
        <p:nvSpPr>
          <p:cNvPr id="5" name="TextBox 4">
            <a:extLst>
              <a:ext uri="{FF2B5EF4-FFF2-40B4-BE49-F238E27FC236}">
                <a16:creationId xmlns:a16="http://schemas.microsoft.com/office/drawing/2014/main" id="{8CBABC51-E6DE-FD43-74F8-6AC7547F18CD}"/>
              </a:ext>
            </a:extLst>
          </p:cNvPr>
          <p:cNvSpPr txBox="1"/>
          <p:nvPr/>
        </p:nvSpPr>
        <p:spPr>
          <a:xfrm>
            <a:off x="983534" y="1294960"/>
            <a:ext cx="6291909" cy="4401205"/>
          </a:xfrm>
          <a:prstGeom prst="rect">
            <a:avLst/>
          </a:prstGeom>
          <a:noFill/>
        </p:spPr>
        <p:txBody>
          <a:bodyPr wrap="square" rtlCol="0">
            <a:spAutoFit/>
          </a:bodyPr>
          <a:lstStyle/>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Flipkart’s official website was chosen as the main source for extracting TV product information.</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Used browser developer tools (Inspect Element) to locate key HTML tags containing product details.</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Applied Python’s </a:t>
            </a:r>
            <a:r>
              <a:rPr lang="en-US" sz="2000" dirty="0" err="1">
                <a:latin typeface="Calibri" panose="020F0502020204030204" pitchFamily="34" charset="0"/>
                <a:ea typeface="Calibri" panose="020F0502020204030204" pitchFamily="34" charset="0"/>
                <a:cs typeface="Calibri" panose="020F0502020204030204" pitchFamily="34" charset="0"/>
              </a:rPr>
              <a:t>BeautifulSoup</a:t>
            </a:r>
            <a:r>
              <a:rPr lang="en-US" sz="2000" dirty="0">
                <a:latin typeface="Calibri" panose="020F0502020204030204" pitchFamily="34" charset="0"/>
                <a:ea typeface="Calibri" panose="020F0502020204030204" pitchFamily="34" charset="0"/>
                <a:cs typeface="Calibri" panose="020F0502020204030204" pitchFamily="34" charset="0"/>
              </a:rPr>
              <a:t> and Requests libraries to scrape structured data from multiple pages.</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Automated HTTP requests were used to gather large volumes of TV listings efficiently.</a:t>
            </a:r>
          </a:p>
          <a:p>
            <a:pPr marL="342900" indent="-342900">
              <a:buFont typeface="Arial" panose="020B0604020202020204" pitchFamily="34" charset="0"/>
              <a:buChar char="•"/>
            </a:pPr>
            <a:endParaRPr lang="en-US" sz="2000" dirty="0">
              <a:latin typeface="Calibri" panose="020F0502020204030204" pitchFamily="34" charset="0"/>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2000" dirty="0">
                <a:latin typeface="Calibri" panose="020F0502020204030204" pitchFamily="34" charset="0"/>
                <a:ea typeface="Calibri" panose="020F0502020204030204" pitchFamily="34" charset="0"/>
                <a:cs typeface="Calibri" panose="020F0502020204030204" pitchFamily="34" charset="0"/>
              </a:rPr>
              <a:t>The collected data was cleaned, formatted, and stored in tabular form for further analysis and visualization.</a:t>
            </a:r>
          </a:p>
        </p:txBody>
      </p:sp>
      <p:pic>
        <p:nvPicPr>
          <p:cNvPr id="10" name="Picture 9">
            <a:extLst>
              <a:ext uri="{FF2B5EF4-FFF2-40B4-BE49-F238E27FC236}">
                <a16:creationId xmlns:a16="http://schemas.microsoft.com/office/drawing/2014/main" id="{DFEBBC63-6DC9-299B-973E-2D481753F4F0}"/>
              </a:ext>
            </a:extLst>
          </p:cNvPr>
          <p:cNvPicPr>
            <a:picLocks noChangeAspect="1"/>
          </p:cNvPicPr>
          <p:nvPr/>
        </p:nvPicPr>
        <p:blipFill>
          <a:blip r:embed="rId2"/>
          <a:stretch>
            <a:fillRect/>
          </a:stretch>
        </p:blipFill>
        <p:spPr>
          <a:xfrm>
            <a:off x="7434470" y="1530626"/>
            <a:ext cx="4385019" cy="4075044"/>
          </a:xfrm>
          <a:prstGeom prst="rect">
            <a:avLst/>
          </a:prstGeom>
        </p:spPr>
      </p:pic>
    </p:spTree>
    <p:extLst>
      <p:ext uri="{BB962C8B-B14F-4D97-AF65-F5344CB8AC3E}">
        <p14:creationId xmlns:p14="http://schemas.microsoft.com/office/powerpoint/2010/main" val="296424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33525-D926-CE9E-E017-A7BE8655ED3C}"/>
              </a:ext>
            </a:extLst>
          </p:cNvPr>
          <p:cNvSpPr>
            <a:spLocks noGrp="1"/>
          </p:cNvSpPr>
          <p:nvPr>
            <p:ph type="title"/>
          </p:nvPr>
        </p:nvSpPr>
        <p:spPr>
          <a:xfrm>
            <a:off x="908395" y="518078"/>
            <a:ext cx="5008061" cy="723672"/>
          </a:xfrm>
        </p:spPr>
        <p:txBody>
          <a:bodyPr>
            <a:norm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Cleaning Steps:</a:t>
            </a:r>
          </a:p>
        </p:txBody>
      </p:sp>
      <p:sp>
        <p:nvSpPr>
          <p:cNvPr id="4" name="TextBox 3">
            <a:extLst>
              <a:ext uri="{FF2B5EF4-FFF2-40B4-BE49-F238E27FC236}">
                <a16:creationId xmlns:a16="http://schemas.microsoft.com/office/drawing/2014/main" id="{3B15DCCC-4D7B-11A3-E7AE-A55D7E9A484F}"/>
              </a:ext>
            </a:extLst>
          </p:cNvPr>
          <p:cNvSpPr txBox="1"/>
          <p:nvPr/>
        </p:nvSpPr>
        <p:spPr>
          <a:xfrm>
            <a:off x="908395" y="1443841"/>
            <a:ext cx="5969484" cy="3970318"/>
          </a:xfrm>
          <a:prstGeom prst="rect">
            <a:avLst/>
          </a:prstGeom>
          <a:noFill/>
        </p:spPr>
        <p:txBody>
          <a:bodyPr wrap="square" rtlCol="0">
            <a:spAutoFit/>
          </a:bodyPr>
          <a:lstStyle/>
          <a:p>
            <a:pPr marL="342900" indent="-342900">
              <a:buFont typeface="Arial" panose="020B0604020202020204" pitchFamily="34" charset="0"/>
              <a:buChar char="•"/>
            </a:pPr>
            <a:r>
              <a:rPr lang="en-US" sz="1800" dirty="0">
                <a:latin typeface="+mn-lt"/>
                <a:ea typeface="Calibri" panose="020F0502020204030204" pitchFamily="34" charset="0"/>
                <a:cs typeface="Calibri" panose="020F0502020204030204" pitchFamily="34" charset="0"/>
              </a:rPr>
              <a:t>Removed unwanted symbols, tags, and extra spaces from product names and specifications.</a:t>
            </a:r>
          </a:p>
          <a:p>
            <a:pPr marL="342900" indent="-342900">
              <a:buFont typeface="Arial" panose="020B0604020202020204" pitchFamily="34" charset="0"/>
              <a:buChar char="•"/>
            </a:pPr>
            <a:endParaRPr lang="en-US" sz="1800" dirty="0">
              <a:latin typeface="+mn-lt"/>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800" dirty="0">
                <a:latin typeface="+mn-lt"/>
                <a:ea typeface="Calibri" panose="020F0502020204030204" pitchFamily="34" charset="0"/>
                <a:cs typeface="Calibri" panose="020F0502020204030204" pitchFamily="34" charset="0"/>
              </a:rPr>
              <a:t>Standardized brand, display type, and resolution fields for consistent data representation.</a:t>
            </a:r>
            <a:br>
              <a:rPr lang="en-US" sz="1800" dirty="0">
                <a:latin typeface="+mn-lt"/>
                <a:ea typeface="Calibri" panose="020F0502020204030204" pitchFamily="34" charset="0"/>
                <a:cs typeface="Calibri" panose="020F0502020204030204" pitchFamily="34" charset="0"/>
              </a:rPr>
            </a:br>
            <a:endParaRPr lang="en-US" sz="1800" dirty="0">
              <a:latin typeface="+mn-lt"/>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800" dirty="0">
                <a:latin typeface="+mn-lt"/>
                <a:ea typeface="Calibri" panose="020F0502020204030204" pitchFamily="34" charset="0"/>
                <a:cs typeface="Calibri" panose="020F0502020204030204" pitchFamily="34" charset="0"/>
              </a:rPr>
              <a:t>Converted price and rating columns from string/object to numeric types for accurate analysis.</a:t>
            </a:r>
            <a:br>
              <a:rPr lang="en-US" sz="1800" dirty="0">
                <a:latin typeface="+mn-lt"/>
                <a:ea typeface="Calibri" panose="020F0502020204030204" pitchFamily="34" charset="0"/>
                <a:cs typeface="Calibri" panose="020F0502020204030204" pitchFamily="34" charset="0"/>
              </a:rPr>
            </a:br>
            <a:endParaRPr lang="en-US" sz="1800" dirty="0">
              <a:latin typeface="+mn-lt"/>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800" dirty="0">
                <a:latin typeface="+mn-lt"/>
                <a:ea typeface="Calibri" panose="020F0502020204030204" pitchFamily="34" charset="0"/>
                <a:cs typeface="Calibri" panose="020F0502020204030204" pitchFamily="34" charset="0"/>
              </a:rPr>
              <a:t>Handled missing values in columns such as brand, rating, or price using appropriate defaults.</a:t>
            </a:r>
            <a:br>
              <a:rPr lang="en-US" sz="1800" dirty="0">
                <a:latin typeface="+mn-lt"/>
                <a:ea typeface="Calibri" panose="020F0502020204030204" pitchFamily="34" charset="0"/>
                <a:cs typeface="Calibri" panose="020F0502020204030204" pitchFamily="34" charset="0"/>
              </a:rPr>
            </a:br>
            <a:endParaRPr lang="en-US" sz="1800" dirty="0">
              <a:latin typeface="+mn-lt"/>
              <a:ea typeface="Calibri" panose="020F0502020204030204" pitchFamily="34" charset="0"/>
              <a:cs typeface="Calibri" panose="020F0502020204030204" pitchFamily="34" charset="0"/>
            </a:endParaRPr>
          </a:p>
          <a:p>
            <a:pPr marL="342900" indent="-342900">
              <a:buFont typeface="Arial" panose="020B0604020202020204" pitchFamily="34" charset="0"/>
              <a:buChar char="•"/>
            </a:pPr>
            <a:r>
              <a:rPr lang="en-US" sz="1800" dirty="0">
                <a:latin typeface="+mn-lt"/>
                <a:ea typeface="Calibri" panose="020F0502020204030204" pitchFamily="34" charset="0"/>
                <a:cs typeface="Calibri" panose="020F0502020204030204" pitchFamily="34" charset="0"/>
              </a:rPr>
              <a:t>Organized and harmonized key attributes like screen size and price range for clear trend analysis.</a:t>
            </a:r>
          </a:p>
        </p:txBody>
      </p:sp>
      <p:pic>
        <p:nvPicPr>
          <p:cNvPr id="7" name="Picture 6">
            <a:extLst>
              <a:ext uri="{FF2B5EF4-FFF2-40B4-BE49-F238E27FC236}">
                <a16:creationId xmlns:a16="http://schemas.microsoft.com/office/drawing/2014/main" id="{541C18EC-CB91-24CB-B30D-190C3F61ABC6}"/>
              </a:ext>
            </a:extLst>
          </p:cNvPr>
          <p:cNvPicPr>
            <a:picLocks noChangeAspect="1"/>
          </p:cNvPicPr>
          <p:nvPr/>
        </p:nvPicPr>
        <p:blipFill>
          <a:blip r:embed="rId2"/>
          <a:stretch>
            <a:fillRect/>
          </a:stretch>
        </p:blipFill>
        <p:spPr>
          <a:xfrm>
            <a:off x="7563678" y="1299876"/>
            <a:ext cx="3575760" cy="4258247"/>
          </a:xfrm>
          <a:prstGeom prst="rect">
            <a:avLst/>
          </a:prstGeom>
        </p:spPr>
      </p:pic>
    </p:spTree>
    <p:extLst>
      <p:ext uri="{BB962C8B-B14F-4D97-AF65-F5344CB8AC3E}">
        <p14:creationId xmlns:p14="http://schemas.microsoft.com/office/powerpoint/2010/main" val="32442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E9B076-F25A-AF23-B2ED-E39CABA87A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156DB9-CFE0-861F-FD41-2793A641B21A}"/>
              </a:ext>
            </a:extLst>
          </p:cNvPr>
          <p:cNvSpPr>
            <a:spLocks noGrp="1"/>
          </p:cNvSpPr>
          <p:nvPr>
            <p:ph type="title"/>
          </p:nvPr>
        </p:nvSpPr>
        <p:spPr>
          <a:xfrm>
            <a:off x="0" y="354768"/>
            <a:ext cx="5402943" cy="614589"/>
          </a:xfrm>
        </p:spPr>
        <p:txBody>
          <a:bodyPr>
            <a:noAutofit/>
          </a:bodyPr>
          <a:lstStyle/>
          <a:p>
            <a:pPr algn="ctr"/>
            <a:r>
              <a:rPr lang="en-IN" sz="4000" b="1" dirty="0">
                <a:solidFill>
                  <a:schemeClr val="tx1"/>
                </a:solidFill>
                <a:latin typeface="Times New Roman" panose="02020603050405020304" pitchFamily="18" charset="0"/>
                <a:cs typeface="Times New Roman" panose="02020603050405020304" pitchFamily="18" charset="0"/>
              </a:rPr>
              <a:t>Data Visualization:</a:t>
            </a:r>
          </a:p>
        </p:txBody>
      </p:sp>
      <p:sp>
        <p:nvSpPr>
          <p:cNvPr id="7" name="Rectangle 3">
            <a:extLst>
              <a:ext uri="{FF2B5EF4-FFF2-40B4-BE49-F238E27FC236}">
                <a16:creationId xmlns:a16="http://schemas.microsoft.com/office/drawing/2014/main" id="{104D5466-0A19-F450-9D98-851EE834D5B0}"/>
              </a:ext>
            </a:extLst>
          </p:cNvPr>
          <p:cNvSpPr>
            <a:spLocks noChangeArrowheads="1"/>
          </p:cNvSpPr>
          <p:nvPr/>
        </p:nvSpPr>
        <p:spPr bwMode="auto">
          <a:xfrm>
            <a:off x="770560" y="1213666"/>
            <a:ext cx="6942204" cy="50270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Helped uncover hidden patterns and relationships among price, brand, rating, and screen size.</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Simplified complex data into clear, interpretable visuals using heatmaps, bar charts, and scatter plots.</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Enabled quick comparison of brand performance and pricing trends across multiple TV categories.</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Supported data-driven insights by translating raw numbers into meaningful visual stories.</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Highlighted correlations between customer ratings and pricing using focused heatmaps.</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q"/>
              <a:tabLst/>
            </a:pPr>
            <a:r>
              <a:rPr kumimoji="0" lang="en-US" altLang="en-US" sz="1800" b="0" i="0" u="none" strike="noStrike" cap="none" normalizeH="0" baseline="0" dirty="0">
                <a:ln>
                  <a:noFill/>
                </a:ln>
                <a:solidFill>
                  <a:schemeClr val="tx1"/>
                </a:solidFill>
                <a:effectLst/>
                <a:latin typeface="Arial" panose="020B0604020202020204" pitchFamily="34" charset="0"/>
              </a:rPr>
              <a:t>Enhanced decision-making and presentation clarity through visually engaging and informative plots.</a:t>
            </a:r>
          </a:p>
        </p:txBody>
      </p:sp>
      <p:pic>
        <p:nvPicPr>
          <p:cNvPr id="11" name="Picture 10">
            <a:extLst>
              <a:ext uri="{FF2B5EF4-FFF2-40B4-BE49-F238E27FC236}">
                <a16:creationId xmlns:a16="http://schemas.microsoft.com/office/drawing/2014/main" id="{07F30F4E-451F-32F2-3320-7BF304EF8F6D}"/>
              </a:ext>
            </a:extLst>
          </p:cNvPr>
          <p:cNvPicPr>
            <a:picLocks noChangeAspect="1"/>
          </p:cNvPicPr>
          <p:nvPr/>
        </p:nvPicPr>
        <p:blipFill>
          <a:blip r:embed="rId2"/>
          <a:srcRect/>
          <a:stretch/>
        </p:blipFill>
        <p:spPr>
          <a:xfrm>
            <a:off x="7839752" y="1165357"/>
            <a:ext cx="4024256" cy="4649034"/>
          </a:xfrm>
          <a:prstGeom prst="rect">
            <a:avLst/>
          </a:prstGeom>
        </p:spPr>
      </p:pic>
    </p:spTree>
    <p:extLst>
      <p:ext uri="{BB962C8B-B14F-4D97-AF65-F5344CB8AC3E}">
        <p14:creationId xmlns:p14="http://schemas.microsoft.com/office/powerpoint/2010/main" val="25308323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986B52-F5CF-7FAE-2520-B513D51ECBBE}"/>
              </a:ext>
            </a:extLst>
          </p:cNvPr>
          <p:cNvSpPr>
            <a:spLocks noGrp="1"/>
          </p:cNvSpPr>
          <p:nvPr>
            <p:ph type="ctrTitle"/>
          </p:nvPr>
        </p:nvSpPr>
        <p:spPr>
          <a:xfrm>
            <a:off x="699052" y="337173"/>
            <a:ext cx="9144000" cy="626923"/>
          </a:xfrm>
        </p:spPr>
        <p:txBody>
          <a:bodyPr>
            <a:noAutofit/>
          </a:bodyPr>
          <a:lstStyle/>
          <a:p>
            <a:pPr algn="l"/>
            <a:r>
              <a:rPr lang="en-IN" sz="4000" b="1" dirty="0">
                <a:latin typeface="Times New Roman" panose="02020603050405020304" pitchFamily="18" charset="0"/>
                <a:cs typeface="Times New Roman" panose="02020603050405020304" pitchFamily="18" charset="0"/>
              </a:rPr>
              <a:t>Univariate Analysis </a:t>
            </a:r>
          </a:p>
        </p:txBody>
      </p:sp>
      <p:sp>
        <p:nvSpPr>
          <p:cNvPr id="3" name="Subtitle 2">
            <a:extLst>
              <a:ext uri="{FF2B5EF4-FFF2-40B4-BE49-F238E27FC236}">
                <a16:creationId xmlns:a16="http://schemas.microsoft.com/office/drawing/2014/main" id="{F68B1CAB-A98B-64F9-B48B-EF3934FAC5FC}"/>
              </a:ext>
            </a:extLst>
          </p:cNvPr>
          <p:cNvSpPr>
            <a:spLocks noGrp="1"/>
          </p:cNvSpPr>
          <p:nvPr>
            <p:ph type="subTitle" idx="1"/>
          </p:nvPr>
        </p:nvSpPr>
        <p:spPr>
          <a:xfrm>
            <a:off x="1058518" y="1043609"/>
            <a:ext cx="9934160" cy="2733261"/>
          </a:xfrm>
        </p:spPr>
        <p:txBody>
          <a:bodyPr>
            <a:noAutofit/>
          </a:bodyPr>
          <a:lstStyle/>
          <a:p>
            <a:pPr algn="l">
              <a:lnSpc>
                <a:spcPct val="100000"/>
              </a:lnSpc>
            </a:pPr>
            <a:r>
              <a:rPr lang="en-US" b="1" dirty="0"/>
              <a:t>1. Price Distribution</a:t>
            </a:r>
          </a:p>
          <a:p>
            <a:pPr algn="l">
              <a:lnSpc>
                <a:spcPct val="100000"/>
              </a:lnSpc>
              <a:buFont typeface="Wingdings" panose="05000000000000000000" pitchFamily="2" charset="2"/>
              <a:buChar char="§"/>
            </a:pPr>
            <a:r>
              <a:rPr lang="en-US" sz="2000" dirty="0"/>
              <a:t>Most TVs are priced between </a:t>
            </a:r>
            <a:r>
              <a:rPr lang="en-US" sz="2000" b="1" dirty="0"/>
              <a:t>₹15,000 and ₹35,000</a:t>
            </a:r>
            <a:r>
              <a:rPr lang="en-US" sz="2000" dirty="0"/>
              <a:t>, indicating strong customer demand for mid-range models.</a:t>
            </a:r>
          </a:p>
          <a:p>
            <a:pPr algn="l">
              <a:lnSpc>
                <a:spcPct val="100000"/>
              </a:lnSpc>
              <a:buFont typeface="Wingdings" panose="05000000000000000000" pitchFamily="2" charset="2"/>
              <a:buChar char="§"/>
            </a:pPr>
            <a:r>
              <a:rPr lang="en-US" sz="2000" dirty="0"/>
              <a:t>Only a small portion of TVs are above </a:t>
            </a:r>
            <a:r>
              <a:rPr lang="en-US" sz="2000" b="1" dirty="0"/>
              <a:t>₹60,000</a:t>
            </a:r>
            <a:r>
              <a:rPr lang="en-US" sz="2000" dirty="0"/>
              <a:t>, showing that premium models occupy a limited market share.</a:t>
            </a:r>
          </a:p>
          <a:p>
            <a:pPr>
              <a:lnSpc>
                <a:spcPct val="100000"/>
              </a:lnSpc>
            </a:pPr>
            <a:endParaRPr lang="en-IN" sz="2000" dirty="0"/>
          </a:p>
        </p:txBody>
      </p:sp>
      <p:pic>
        <p:nvPicPr>
          <p:cNvPr id="7" name="Picture 6">
            <a:extLst>
              <a:ext uri="{FF2B5EF4-FFF2-40B4-BE49-F238E27FC236}">
                <a16:creationId xmlns:a16="http://schemas.microsoft.com/office/drawing/2014/main" id="{09AFA2C5-9089-98DB-8289-F11A32E06E0B}"/>
              </a:ext>
            </a:extLst>
          </p:cNvPr>
          <p:cNvPicPr>
            <a:picLocks noChangeAspect="1"/>
          </p:cNvPicPr>
          <p:nvPr/>
        </p:nvPicPr>
        <p:blipFill>
          <a:blip r:embed="rId2"/>
          <a:stretch>
            <a:fillRect/>
          </a:stretch>
        </p:blipFill>
        <p:spPr>
          <a:xfrm>
            <a:off x="1470991" y="3180522"/>
            <a:ext cx="9423952" cy="3340305"/>
          </a:xfrm>
          <a:prstGeom prst="rect">
            <a:avLst/>
          </a:prstGeom>
        </p:spPr>
      </p:pic>
    </p:spTree>
    <p:extLst>
      <p:ext uri="{BB962C8B-B14F-4D97-AF65-F5344CB8AC3E}">
        <p14:creationId xmlns:p14="http://schemas.microsoft.com/office/powerpoint/2010/main" val="2721838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0D33CF1-4707-7FCC-6121-03FF0184A830}"/>
              </a:ext>
            </a:extLst>
          </p:cNvPr>
          <p:cNvSpPr txBox="1"/>
          <p:nvPr/>
        </p:nvSpPr>
        <p:spPr>
          <a:xfrm>
            <a:off x="824948" y="427383"/>
            <a:ext cx="9959009"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2. Screen Type Distribution</a:t>
            </a:r>
            <a:endParaRPr lang="en-IN" sz="2400"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125A1DA0-E0E2-DA63-BA1D-2CFD614FFC0F}"/>
              </a:ext>
            </a:extLst>
          </p:cNvPr>
          <p:cNvSpPr>
            <a:spLocks noGrp="1" noChangeArrowheads="1"/>
          </p:cNvSpPr>
          <p:nvPr>
            <p:ph type="title"/>
          </p:nvPr>
        </p:nvSpPr>
        <p:spPr bwMode="auto">
          <a:xfrm>
            <a:off x="1083365" y="1061044"/>
            <a:ext cx="10551836"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lang="en-US" altLang="en-US" sz="2000" b="1" dirty="0">
                <a:solidFill>
                  <a:schemeClr val="tx1"/>
                </a:solidFill>
                <a:latin typeface="Calibri" panose="020F0502020204030204" pitchFamily="34" charset="0"/>
                <a:ea typeface="Calibri" panose="020F0502020204030204" pitchFamily="34" charset="0"/>
                <a:cs typeface="Calibri" panose="020F0502020204030204" pitchFamily="34" charset="0"/>
              </a:rPr>
              <a:t>Ultra HD (4k)</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 dominate the listings, making up the majority of available models on Flipkart.</a:t>
            </a:r>
          </a:p>
          <a:p>
            <a:pPr marL="342900" marR="0" lvl="0" indent="-342900" algn="l" defTabSz="914400" rtl="0" eaLnBrk="0" fontAlgn="base" latinLnBrk="0" hangingPunct="0">
              <a:lnSpc>
                <a:spcPct val="150000"/>
              </a:lnSpc>
              <a:spcBef>
                <a:spcPct val="0"/>
              </a:spcBef>
              <a:spcAft>
                <a:spcPct val="0"/>
              </a:spcAft>
              <a:buClrTx/>
              <a:buSzTx/>
              <a:buFont typeface="Wingdings" panose="05000000000000000000" pitchFamily="2" charset="2"/>
              <a:buChar char="§"/>
              <a:tabLst/>
            </a:pPr>
            <a:r>
              <a:rPr kumimoji="0" lang="en-US" altLang="en-US" sz="2000" b="1"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Ultra HD (8k) and Full HD </a:t>
            </a:r>
            <a:r>
              <a:rPr kumimoji="0" lang="en-US" altLang="en-US" sz="20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TVs are fewer in number, reflecting their premium nature and higher price segment</a:t>
            </a:r>
          </a:p>
        </p:txBody>
      </p:sp>
      <p:pic>
        <p:nvPicPr>
          <p:cNvPr id="7" name="Picture 6">
            <a:extLst>
              <a:ext uri="{FF2B5EF4-FFF2-40B4-BE49-F238E27FC236}">
                <a16:creationId xmlns:a16="http://schemas.microsoft.com/office/drawing/2014/main" id="{B64189B4-D179-7DAD-7133-3E100903F11C}"/>
              </a:ext>
            </a:extLst>
          </p:cNvPr>
          <p:cNvPicPr>
            <a:picLocks noChangeAspect="1"/>
          </p:cNvPicPr>
          <p:nvPr/>
        </p:nvPicPr>
        <p:blipFill>
          <a:blip r:embed="rId2"/>
          <a:stretch>
            <a:fillRect/>
          </a:stretch>
        </p:blipFill>
        <p:spPr>
          <a:xfrm>
            <a:off x="3031918" y="2814221"/>
            <a:ext cx="5494890" cy="3616396"/>
          </a:xfrm>
          <a:prstGeom prst="rect">
            <a:avLst/>
          </a:prstGeom>
        </p:spPr>
      </p:pic>
    </p:spTree>
    <p:extLst>
      <p:ext uri="{BB962C8B-B14F-4D97-AF65-F5344CB8AC3E}">
        <p14:creationId xmlns:p14="http://schemas.microsoft.com/office/powerpoint/2010/main" val="36760965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8F99873-04FA-518A-6A1E-BCD6EA10999B}"/>
              </a:ext>
            </a:extLst>
          </p:cNvPr>
          <p:cNvSpPr txBox="1"/>
          <p:nvPr/>
        </p:nvSpPr>
        <p:spPr>
          <a:xfrm>
            <a:off x="546653" y="232465"/>
            <a:ext cx="7573617"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Bi-variate Analysis</a:t>
            </a:r>
          </a:p>
        </p:txBody>
      </p:sp>
      <p:sp>
        <p:nvSpPr>
          <p:cNvPr id="3" name="TextBox 2">
            <a:extLst>
              <a:ext uri="{FF2B5EF4-FFF2-40B4-BE49-F238E27FC236}">
                <a16:creationId xmlns:a16="http://schemas.microsoft.com/office/drawing/2014/main" id="{1E485380-8DE5-FBB1-4E94-0C44C4A5C229}"/>
              </a:ext>
            </a:extLst>
          </p:cNvPr>
          <p:cNvSpPr txBox="1"/>
          <p:nvPr/>
        </p:nvSpPr>
        <p:spPr>
          <a:xfrm>
            <a:off x="655982" y="1268043"/>
            <a:ext cx="4244008" cy="461665"/>
          </a:xfrm>
          <a:prstGeom prst="rect">
            <a:avLst/>
          </a:prstGeom>
          <a:noFill/>
        </p:spPr>
        <p:txBody>
          <a:bodyPr wrap="square" rtlCol="0">
            <a:spAutoFit/>
          </a:bodyPr>
          <a:lstStyle/>
          <a:p>
            <a:r>
              <a:rPr lang="en-IN" sz="2400" b="1" dirty="0"/>
              <a:t>1. Price vs Rating</a:t>
            </a:r>
          </a:p>
        </p:txBody>
      </p:sp>
      <p:sp>
        <p:nvSpPr>
          <p:cNvPr id="4" name="TextBox 3">
            <a:extLst>
              <a:ext uri="{FF2B5EF4-FFF2-40B4-BE49-F238E27FC236}">
                <a16:creationId xmlns:a16="http://schemas.microsoft.com/office/drawing/2014/main" id="{1B34840E-6104-FEAF-DDF9-57939108ADC0}"/>
              </a:ext>
            </a:extLst>
          </p:cNvPr>
          <p:cNvSpPr txBox="1"/>
          <p:nvPr/>
        </p:nvSpPr>
        <p:spPr>
          <a:xfrm>
            <a:off x="765312" y="1977887"/>
            <a:ext cx="4134678" cy="1292662"/>
          </a:xfrm>
          <a:prstGeom prst="rect">
            <a:avLst/>
          </a:prstGeom>
          <a:noFill/>
        </p:spPr>
        <p:txBody>
          <a:bodyPr wrap="square" rtlCol="0">
            <a:spAutoFit/>
          </a:bodyPr>
          <a:lstStyle/>
          <a:p>
            <a:pPr marL="285750" indent="-285750">
              <a:buFont typeface="Wingdings" panose="05000000000000000000" pitchFamily="2" charset="2"/>
              <a:buChar char="§"/>
            </a:pPr>
            <a:r>
              <a:rPr lang="en-US" sz="1600" dirty="0"/>
              <a:t>There is no strong correlation between Price and rating — many affordable TVs (₹10K–₹20K) receive equally high ratings (4.2+).</a:t>
            </a:r>
          </a:p>
          <a:p>
            <a:endParaRPr lang="en-IN" dirty="0"/>
          </a:p>
        </p:txBody>
      </p:sp>
      <p:pic>
        <p:nvPicPr>
          <p:cNvPr id="7" name="Picture 6">
            <a:extLst>
              <a:ext uri="{FF2B5EF4-FFF2-40B4-BE49-F238E27FC236}">
                <a16:creationId xmlns:a16="http://schemas.microsoft.com/office/drawing/2014/main" id="{39F913B1-43F3-59E2-664B-3D321BF1993D}"/>
              </a:ext>
            </a:extLst>
          </p:cNvPr>
          <p:cNvPicPr>
            <a:picLocks noChangeAspect="1"/>
          </p:cNvPicPr>
          <p:nvPr/>
        </p:nvPicPr>
        <p:blipFill>
          <a:blip r:embed="rId2"/>
          <a:stretch>
            <a:fillRect/>
          </a:stretch>
        </p:blipFill>
        <p:spPr>
          <a:xfrm>
            <a:off x="988916" y="3270549"/>
            <a:ext cx="4094976" cy="2931468"/>
          </a:xfrm>
          <a:prstGeom prst="rect">
            <a:avLst/>
          </a:prstGeom>
        </p:spPr>
      </p:pic>
      <p:sp>
        <p:nvSpPr>
          <p:cNvPr id="8" name="TextBox 7">
            <a:extLst>
              <a:ext uri="{FF2B5EF4-FFF2-40B4-BE49-F238E27FC236}">
                <a16:creationId xmlns:a16="http://schemas.microsoft.com/office/drawing/2014/main" id="{AEECA52F-9FF3-99C2-0B73-A854266D41E5}"/>
              </a:ext>
            </a:extLst>
          </p:cNvPr>
          <p:cNvSpPr txBox="1"/>
          <p:nvPr/>
        </p:nvSpPr>
        <p:spPr>
          <a:xfrm>
            <a:off x="6483626" y="1268043"/>
            <a:ext cx="4777409" cy="461665"/>
          </a:xfrm>
          <a:prstGeom prst="rect">
            <a:avLst/>
          </a:prstGeom>
          <a:noFill/>
        </p:spPr>
        <p:txBody>
          <a:bodyPr wrap="square" rtlCol="0">
            <a:spAutoFit/>
          </a:bodyPr>
          <a:lstStyle/>
          <a:p>
            <a:r>
              <a:rPr lang="en-US" sz="2400" b="1" dirty="0">
                <a:latin typeface="Calibri" panose="020F0502020204030204" pitchFamily="34" charset="0"/>
                <a:ea typeface="Calibri" panose="020F0502020204030204" pitchFamily="34" charset="0"/>
                <a:cs typeface="Calibri" panose="020F0502020204030204" pitchFamily="34" charset="0"/>
              </a:rPr>
              <a:t>2. Average Rating by Screen Type</a:t>
            </a:r>
          </a:p>
        </p:txBody>
      </p:sp>
      <p:sp>
        <p:nvSpPr>
          <p:cNvPr id="9" name="TextBox 8">
            <a:extLst>
              <a:ext uri="{FF2B5EF4-FFF2-40B4-BE49-F238E27FC236}">
                <a16:creationId xmlns:a16="http://schemas.microsoft.com/office/drawing/2014/main" id="{2CBB00C8-2B25-08C7-F2CA-DC949FB46B16}"/>
              </a:ext>
            </a:extLst>
          </p:cNvPr>
          <p:cNvSpPr txBox="1"/>
          <p:nvPr/>
        </p:nvSpPr>
        <p:spPr>
          <a:xfrm>
            <a:off x="6599583" y="1977887"/>
            <a:ext cx="4134678" cy="1077218"/>
          </a:xfrm>
          <a:prstGeom prst="rect">
            <a:avLst/>
          </a:prstGeom>
          <a:noFill/>
        </p:spPr>
        <p:txBody>
          <a:bodyPr wrap="square" rtlCol="0">
            <a:spAutoFit/>
          </a:bodyPr>
          <a:lstStyle/>
          <a:p>
            <a:pPr marL="285750" indent="-285750">
              <a:buFont typeface="Wingdings" panose="05000000000000000000" pitchFamily="2" charset="2"/>
              <a:buChar char="§"/>
            </a:pPr>
            <a:r>
              <a:rPr lang="en-US" sz="1600" dirty="0"/>
              <a:t>On average, 4K TVs have slightly higher ratings (~4.3) compared to HD Ready (~4.1) models.</a:t>
            </a:r>
          </a:p>
          <a:p>
            <a:pPr marL="285750" indent="-285750">
              <a:buFont typeface="Wingdings" panose="05000000000000000000" pitchFamily="2" charset="2"/>
              <a:buChar char="§"/>
            </a:pPr>
            <a:endParaRPr lang="en-IN" sz="1600" dirty="0"/>
          </a:p>
        </p:txBody>
      </p:sp>
      <p:pic>
        <p:nvPicPr>
          <p:cNvPr id="12" name="Picture 11">
            <a:extLst>
              <a:ext uri="{FF2B5EF4-FFF2-40B4-BE49-F238E27FC236}">
                <a16:creationId xmlns:a16="http://schemas.microsoft.com/office/drawing/2014/main" id="{1938342B-8556-5F68-C3EB-1828B87B32CC}"/>
              </a:ext>
            </a:extLst>
          </p:cNvPr>
          <p:cNvPicPr>
            <a:picLocks noChangeAspect="1"/>
          </p:cNvPicPr>
          <p:nvPr/>
        </p:nvPicPr>
        <p:blipFill>
          <a:blip r:embed="rId3"/>
          <a:stretch>
            <a:fillRect/>
          </a:stretch>
        </p:blipFill>
        <p:spPr>
          <a:xfrm>
            <a:off x="6775173" y="3193954"/>
            <a:ext cx="4194313" cy="2931468"/>
          </a:xfrm>
          <a:prstGeom prst="rect">
            <a:avLst/>
          </a:prstGeom>
        </p:spPr>
      </p:pic>
    </p:spTree>
    <p:extLst>
      <p:ext uri="{BB962C8B-B14F-4D97-AF65-F5344CB8AC3E}">
        <p14:creationId xmlns:p14="http://schemas.microsoft.com/office/powerpoint/2010/main" val="32464505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A189121-6268-5D26-4582-13E207E532D3}"/>
              </a:ext>
            </a:extLst>
          </p:cNvPr>
          <p:cNvSpPr txBox="1"/>
          <p:nvPr/>
        </p:nvSpPr>
        <p:spPr>
          <a:xfrm>
            <a:off x="536713" y="228600"/>
            <a:ext cx="7017026" cy="707886"/>
          </a:xfrm>
          <a:prstGeom prst="rect">
            <a:avLst/>
          </a:prstGeom>
          <a:noFill/>
        </p:spPr>
        <p:txBody>
          <a:bodyPr wrap="square" rtlCol="0">
            <a:spAutoFit/>
          </a:bodyPr>
          <a:lstStyle/>
          <a:p>
            <a:r>
              <a:rPr lang="en-IN" sz="4000" b="1" dirty="0">
                <a:latin typeface="Times New Roman" panose="02020603050405020304" pitchFamily="18" charset="0"/>
                <a:cs typeface="Times New Roman" panose="02020603050405020304" pitchFamily="18" charset="0"/>
              </a:rPr>
              <a:t>Multi-Variate Analysis</a:t>
            </a:r>
          </a:p>
        </p:txBody>
      </p:sp>
      <p:sp>
        <p:nvSpPr>
          <p:cNvPr id="3" name="TextBox 2">
            <a:extLst>
              <a:ext uri="{FF2B5EF4-FFF2-40B4-BE49-F238E27FC236}">
                <a16:creationId xmlns:a16="http://schemas.microsoft.com/office/drawing/2014/main" id="{DD42F0DB-5620-7FFD-E914-EB9C9D6B5154}"/>
              </a:ext>
            </a:extLst>
          </p:cNvPr>
          <p:cNvSpPr txBox="1"/>
          <p:nvPr/>
        </p:nvSpPr>
        <p:spPr>
          <a:xfrm>
            <a:off x="536713" y="1172817"/>
            <a:ext cx="5675243"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1. </a:t>
            </a:r>
            <a:r>
              <a:rPr lang="en-US" sz="2400" b="1" dirty="0">
                <a:latin typeface="Calibri" panose="020F0502020204030204" pitchFamily="34" charset="0"/>
                <a:ea typeface="Calibri" panose="020F0502020204030204" pitchFamily="34" charset="0"/>
                <a:cs typeface="Calibri" panose="020F0502020204030204" pitchFamily="34" charset="0"/>
              </a:rPr>
              <a:t>Brand vs Screen Type vs Average Price</a:t>
            </a:r>
          </a:p>
        </p:txBody>
      </p:sp>
      <p:sp>
        <p:nvSpPr>
          <p:cNvPr id="4" name="TextBox 3">
            <a:extLst>
              <a:ext uri="{FF2B5EF4-FFF2-40B4-BE49-F238E27FC236}">
                <a16:creationId xmlns:a16="http://schemas.microsoft.com/office/drawing/2014/main" id="{F0B53B15-BC0E-32C4-FF4A-97B48D287102}"/>
              </a:ext>
            </a:extLst>
          </p:cNvPr>
          <p:cNvSpPr txBox="1"/>
          <p:nvPr/>
        </p:nvSpPr>
        <p:spPr>
          <a:xfrm>
            <a:off x="805070" y="1870813"/>
            <a:ext cx="4711148" cy="1323439"/>
          </a:xfrm>
          <a:prstGeom prst="rect">
            <a:avLst/>
          </a:prstGeom>
          <a:noFill/>
        </p:spPr>
        <p:txBody>
          <a:bodyPr wrap="square" rtlCol="0">
            <a:spAutoFit/>
          </a:bodyPr>
          <a:lstStyle/>
          <a:p>
            <a:pPr marL="285750" indent="-285750">
              <a:buFont typeface="Wingdings" panose="05000000000000000000" pitchFamily="2" charset="2"/>
              <a:buChar char="§"/>
            </a:pPr>
            <a:r>
              <a:rPr lang="en-IN" sz="1600" dirty="0">
                <a:latin typeface="+mn-lt"/>
                <a:ea typeface="Calibri" panose="020F0502020204030204" pitchFamily="34" charset="0"/>
                <a:cs typeface="Calibri" panose="020F0502020204030204" pitchFamily="34" charset="0"/>
              </a:rPr>
              <a:t>Premium brands like Sony and Samsung dominate the 4K category with higher average prices (₹60K–₹1L+), while </a:t>
            </a:r>
            <a:r>
              <a:rPr lang="en-IN" sz="1600" dirty="0" err="1">
                <a:latin typeface="+mn-lt"/>
                <a:ea typeface="Calibri" panose="020F0502020204030204" pitchFamily="34" charset="0"/>
                <a:cs typeface="Calibri" panose="020F0502020204030204" pitchFamily="34" charset="0"/>
              </a:rPr>
              <a:t>realme</a:t>
            </a:r>
            <a:r>
              <a:rPr lang="en-IN" sz="1600" dirty="0">
                <a:latin typeface="+mn-lt"/>
                <a:ea typeface="Calibri" panose="020F0502020204030204" pitchFamily="34" charset="0"/>
                <a:cs typeface="Calibri" panose="020F0502020204030204" pitchFamily="34" charset="0"/>
              </a:rPr>
              <a:t>, </a:t>
            </a:r>
            <a:r>
              <a:rPr lang="en-IN" sz="1600" dirty="0" err="1">
                <a:latin typeface="+mn-lt"/>
                <a:ea typeface="Calibri" panose="020F0502020204030204" pitchFamily="34" charset="0"/>
                <a:cs typeface="Calibri" panose="020F0502020204030204" pitchFamily="34" charset="0"/>
              </a:rPr>
              <a:t>Foxsky</a:t>
            </a:r>
            <a:r>
              <a:rPr lang="en-IN" sz="1600" dirty="0">
                <a:latin typeface="+mn-lt"/>
                <a:ea typeface="Calibri" panose="020F0502020204030204" pitchFamily="34" charset="0"/>
                <a:cs typeface="Calibri" panose="020F0502020204030204" pitchFamily="34" charset="0"/>
              </a:rPr>
              <a:t>, and </a:t>
            </a:r>
            <a:r>
              <a:rPr lang="en-IN" sz="1600" dirty="0" err="1">
                <a:latin typeface="+mn-lt"/>
                <a:ea typeface="Calibri" panose="020F0502020204030204" pitchFamily="34" charset="0"/>
                <a:cs typeface="Calibri" panose="020F0502020204030204" pitchFamily="34" charset="0"/>
              </a:rPr>
              <a:t>Coocaa</a:t>
            </a:r>
            <a:r>
              <a:rPr lang="en-IN" sz="1600" dirty="0">
                <a:latin typeface="+mn-lt"/>
                <a:ea typeface="Calibri" panose="020F0502020204030204" pitchFamily="34" charset="0"/>
                <a:cs typeface="Calibri" panose="020F0502020204030204" pitchFamily="34" charset="0"/>
              </a:rPr>
              <a:t> target the budget HD/Full HD segments (&lt;₹20K).</a:t>
            </a:r>
          </a:p>
        </p:txBody>
      </p:sp>
      <p:pic>
        <p:nvPicPr>
          <p:cNvPr id="7" name="Picture 6">
            <a:extLst>
              <a:ext uri="{FF2B5EF4-FFF2-40B4-BE49-F238E27FC236}">
                <a16:creationId xmlns:a16="http://schemas.microsoft.com/office/drawing/2014/main" id="{3039A3E1-2990-87F6-C851-C1BC34DA1B25}"/>
              </a:ext>
            </a:extLst>
          </p:cNvPr>
          <p:cNvPicPr>
            <a:picLocks noChangeAspect="1"/>
          </p:cNvPicPr>
          <p:nvPr/>
        </p:nvPicPr>
        <p:blipFill>
          <a:blip r:embed="rId2"/>
          <a:stretch>
            <a:fillRect/>
          </a:stretch>
        </p:blipFill>
        <p:spPr>
          <a:xfrm>
            <a:off x="536713" y="3311626"/>
            <a:ext cx="5158409" cy="2928252"/>
          </a:xfrm>
          <a:prstGeom prst="rect">
            <a:avLst/>
          </a:prstGeom>
        </p:spPr>
      </p:pic>
      <p:sp>
        <p:nvSpPr>
          <p:cNvPr id="8" name="TextBox 7">
            <a:extLst>
              <a:ext uri="{FF2B5EF4-FFF2-40B4-BE49-F238E27FC236}">
                <a16:creationId xmlns:a16="http://schemas.microsoft.com/office/drawing/2014/main" id="{D5130CCA-DE66-D724-846F-C95BEEB7CB22}"/>
              </a:ext>
            </a:extLst>
          </p:cNvPr>
          <p:cNvSpPr txBox="1"/>
          <p:nvPr/>
        </p:nvSpPr>
        <p:spPr>
          <a:xfrm>
            <a:off x="6211956" y="1172817"/>
            <a:ext cx="5771322" cy="461665"/>
          </a:xfrm>
          <a:prstGeom prst="rect">
            <a:avLst/>
          </a:prstGeom>
          <a:noFill/>
        </p:spPr>
        <p:txBody>
          <a:bodyPr wrap="square" rtlCol="0">
            <a:spAutoFit/>
          </a:bodyPr>
          <a:lstStyle/>
          <a:p>
            <a:r>
              <a:rPr lang="en-IN" sz="2400" b="1" dirty="0">
                <a:latin typeface="Calibri" panose="020F0502020204030204" pitchFamily="34" charset="0"/>
                <a:ea typeface="Calibri" panose="020F0502020204030204" pitchFamily="34" charset="0"/>
                <a:cs typeface="Calibri" panose="020F0502020204030204" pitchFamily="34" charset="0"/>
              </a:rPr>
              <a:t>2. </a:t>
            </a:r>
            <a:r>
              <a:rPr lang="en-US" sz="2400" b="1" dirty="0">
                <a:latin typeface="Calibri" panose="020F0502020204030204" pitchFamily="34" charset="0"/>
                <a:ea typeface="Calibri" panose="020F0502020204030204" pitchFamily="34" charset="0"/>
                <a:cs typeface="Calibri" panose="020F0502020204030204" pitchFamily="34" charset="0"/>
              </a:rPr>
              <a:t>Discount %, Price &amp; Ratings Relationship</a:t>
            </a:r>
          </a:p>
        </p:txBody>
      </p:sp>
      <p:sp>
        <p:nvSpPr>
          <p:cNvPr id="9" name="TextBox 8">
            <a:extLst>
              <a:ext uri="{FF2B5EF4-FFF2-40B4-BE49-F238E27FC236}">
                <a16:creationId xmlns:a16="http://schemas.microsoft.com/office/drawing/2014/main" id="{24AF7871-C7E0-965E-9670-05D720595091}"/>
              </a:ext>
            </a:extLst>
          </p:cNvPr>
          <p:cNvSpPr txBox="1"/>
          <p:nvPr/>
        </p:nvSpPr>
        <p:spPr>
          <a:xfrm>
            <a:off x="6470374" y="1967948"/>
            <a:ext cx="5068956" cy="1077218"/>
          </a:xfrm>
          <a:prstGeom prst="rect">
            <a:avLst/>
          </a:prstGeom>
          <a:noFill/>
        </p:spPr>
        <p:txBody>
          <a:bodyPr wrap="square" rtlCol="0">
            <a:spAutoFit/>
          </a:bodyPr>
          <a:lstStyle/>
          <a:p>
            <a:pPr marL="285750" indent="-285750">
              <a:buFont typeface="Wingdings" panose="05000000000000000000" pitchFamily="2" charset="2"/>
              <a:buChar char="§"/>
            </a:pPr>
            <a:r>
              <a:rPr lang="en-US" sz="1600" dirty="0">
                <a:latin typeface="+mn-lt"/>
              </a:rPr>
              <a:t>TVs with moderate discounts (30–50%) have the highest average ratings, whereas those with very high discounts (&gt;70%) often have lower ratings.</a:t>
            </a:r>
          </a:p>
          <a:p>
            <a:pPr marL="285750" indent="-285750">
              <a:buFont typeface="Wingdings" panose="05000000000000000000" pitchFamily="2" charset="2"/>
              <a:buChar char="§"/>
            </a:pPr>
            <a:endParaRPr lang="en-IN" sz="1600" dirty="0">
              <a:latin typeface="+mn-lt"/>
            </a:endParaRPr>
          </a:p>
        </p:txBody>
      </p:sp>
      <p:pic>
        <p:nvPicPr>
          <p:cNvPr id="12" name="Picture 11">
            <a:extLst>
              <a:ext uri="{FF2B5EF4-FFF2-40B4-BE49-F238E27FC236}">
                <a16:creationId xmlns:a16="http://schemas.microsoft.com/office/drawing/2014/main" id="{4C625736-F4F7-96CB-29E9-CCD04FB722FF}"/>
              </a:ext>
            </a:extLst>
          </p:cNvPr>
          <p:cNvPicPr>
            <a:picLocks noChangeAspect="1"/>
          </p:cNvPicPr>
          <p:nvPr/>
        </p:nvPicPr>
        <p:blipFill>
          <a:blip r:embed="rId3"/>
          <a:stretch>
            <a:fillRect/>
          </a:stretch>
        </p:blipFill>
        <p:spPr>
          <a:xfrm>
            <a:off x="6380921" y="3194251"/>
            <a:ext cx="5006010" cy="3045627"/>
          </a:xfrm>
          <a:prstGeom prst="rect">
            <a:avLst/>
          </a:prstGeom>
        </p:spPr>
      </p:pic>
    </p:spTree>
    <p:extLst>
      <p:ext uri="{BB962C8B-B14F-4D97-AF65-F5344CB8AC3E}">
        <p14:creationId xmlns:p14="http://schemas.microsoft.com/office/powerpoint/2010/main" val="34753112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64FEF6E-B34E-1702-BC7D-60FF6DC031C7}"/>
              </a:ext>
            </a:extLst>
          </p:cNvPr>
          <p:cNvSpPr txBox="1"/>
          <p:nvPr/>
        </p:nvSpPr>
        <p:spPr>
          <a:xfrm>
            <a:off x="705677" y="407504"/>
            <a:ext cx="7911548" cy="523220"/>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Correlation of Numerical Columns Heatmap</a:t>
            </a:r>
          </a:p>
        </p:txBody>
      </p:sp>
      <p:pic>
        <p:nvPicPr>
          <p:cNvPr id="7" name="Picture 6">
            <a:extLst>
              <a:ext uri="{FF2B5EF4-FFF2-40B4-BE49-F238E27FC236}">
                <a16:creationId xmlns:a16="http://schemas.microsoft.com/office/drawing/2014/main" id="{586D3A25-B1A2-0C10-1D59-6B5255E5C681}"/>
              </a:ext>
            </a:extLst>
          </p:cNvPr>
          <p:cNvPicPr>
            <a:picLocks noChangeAspect="1"/>
          </p:cNvPicPr>
          <p:nvPr/>
        </p:nvPicPr>
        <p:blipFill>
          <a:blip r:embed="rId2"/>
          <a:stretch>
            <a:fillRect/>
          </a:stretch>
        </p:blipFill>
        <p:spPr>
          <a:xfrm>
            <a:off x="2246242" y="2995232"/>
            <a:ext cx="7364895" cy="3246542"/>
          </a:xfrm>
          <a:prstGeom prst="rect">
            <a:avLst/>
          </a:prstGeom>
        </p:spPr>
      </p:pic>
      <p:sp>
        <p:nvSpPr>
          <p:cNvPr id="8" name="Rectangle 2">
            <a:extLst>
              <a:ext uri="{FF2B5EF4-FFF2-40B4-BE49-F238E27FC236}">
                <a16:creationId xmlns:a16="http://schemas.microsoft.com/office/drawing/2014/main" id="{7E13EC2E-3422-0391-033F-0F329B055B99}"/>
              </a:ext>
            </a:extLst>
          </p:cNvPr>
          <p:cNvSpPr>
            <a:spLocks noChangeArrowheads="1"/>
          </p:cNvSpPr>
          <p:nvPr/>
        </p:nvSpPr>
        <p:spPr bwMode="auto">
          <a:xfrm>
            <a:off x="844826" y="1120562"/>
            <a:ext cx="10217426"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Price</a:t>
            </a:r>
            <a:r>
              <a:rPr kumimoji="0" lang="en-US" altLang="en-US" sz="1600" b="0" i="0" u="none" strike="noStrike" cap="none" normalizeH="0" baseline="0" dirty="0">
                <a:ln>
                  <a:noFill/>
                </a:ln>
                <a:solidFill>
                  <a:schemeClr val="tx1"/>
                </a:solidFill>
                <a:effectLst/>
                <a:latin typeface="+mn-lt"/>
              </a:rPr>
              <a:t> shows </a:t>
            </a:r>
            <a:r>
              <a:rPr kumimoji="0" lang="en-US" altLang="en-US" sz="1600" b="1" i="0" u="none" strike="noStrike" cap="none" normalizeH="0" baseline="0" dirty="0">
                <a:ln>
                  <a:noFill/>
                </a:ln>
                <a:solidFill>
                  <a:schemeClr val="tx1"/>
                </a:solidFill>
                <a:effectLst/>
                <a:latin typeface="+mn-lt"/>
              </a:rPr>
              <a:t>very weak correlation</a:t>
            </a:r>
            <a:r>
              <a:rPr kumimoji="0" lang="en-US" altLang="en-US" sz="1600" b="0" i="0" u="none" strike="noStrike" cap="none" normalizeH="0" baseline="0" dirty="0">
                <a:ln>
                  <a:noFill/>
                </a:ln>
                <a:solidFill>
                  <a:schemeClr val="tx1"/>
                </a:solidFill>
                <a:effectLst/>
                <a:latin typeface="+mn-lt"/>
              </a:rPr>
              <a:t> with both </a:t>
            </a:r>
            <a:r>
              <a:rPr kumimoji="0" lang="en-US" altLang="en-US" sz="1600" b="1" i="0" u="none" strike="noStrike" cap="none" normalizeH="0" baseline="0" dirty="0">
                <a:ln>
                  <a:noFill/>
                </a:ln>
                <a:solidFill>
                  <a:schemeClr val="tx1"/>
                </a:solidFill>
                <a:effectLst/>
                <a:latin typeface="+mn-lt"/>
              </a:rPr>
              <a:t>Rating</a:t>
            </a:r>
            <a:r>
              <a:rPr kumimoji="0" lang="en-US" altLang="en-US" sz="1600" b="0" i="0" u="none" strike="noStrike" cap="none" normalizeH="0" baseline="0" dirty="0">
                <a:ln>
                  <a:noFill/>
                </a:ln>
                <a:solidFill>
                  <a:schemeClr val="tx1"/>
                </a:solidFill>
                <a:effectLst/>
                <a:latin typeface="+mn-lt"/>
              </a:rPr>
              <a:t> and </a:t>
            </a:r>
            <a:r>
              <a:rPr kumimoji="0" lang="en-US" altLang="en-US" sz="1600" b="1" i="0" u="none" strike="noStrike" cap="none" normalizeH="0" baseline="0" dirty="0">
                <a:ln>
                  <a:noFill/>
                </a:ln>
                <a:solidFill>
                  <a:schemeClr val="tx1"/>
                </a:solidFill>
                <a:effectLst/>
                <a:latin typeface="+mn-lt"/>
              </a:rPr>
              <a:t>Year</a:t>
            </a:r>
            <a:r>
              <a:rPr kumimoji="0" lang="en-US" altLang="en-US" sz="1600" b="0" i="0" u="none" strike="noStrike" cap="none" normalizeH="0" baseline="0" dirty="0">
                <a:ln>
                  <a:noFill/>
                </a:ln>
                <a:solidFill>
                  <a:schemeClr val="tx1"/>
                </a:solidFill>
                <a:effectLst/>
                <a:latin typeface="+mn-lt"/>
              </a:rPr>
              <a:t>, implying that pricing patterns are largely independent of customer feedback or release time.</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Rating and Year</a:t>
            </a:r>
            <a:r>
              <a:rPr kumimoji="0" lang="en-US" altLang="en-US" sz="1600" b="0" i="0" u="none" strike="noStrike" cap="none" normalizeH="0" baseline="0" dirty="0">
                <a:ln>
                  <a:noFill/>
                </a:ln>
                <a:solidFill>
                  <a:schemeClr val="tx1"/>
                </a:solidFill>
                <a:effectLst/>
                <a:latin typeface="+mn-lt"/>
              </a:rPr>
              <a:t> exhibit a </a:t>
            </a:r>
            <a:r>
              <a:rPr kumimoji="0" lang="en-US" altLang="en-US" sz="1600" b="1" i="0" u="none" strike="noStrike" cap="none" normalizeH="0" baseline="0" dirty="0">
                <a:ln>
                  <a:noFill/>
                </a:ln>
                <a:solidFill>
                  <a:schemeClr val="tx1"/>
                </a:solidFill>
                <a:effectLst/>
                <a:latin typeface="+mn-lt"/>
              </a:rPr>
              <a:t>slight negative correlation</a:t>
            </a:r>
            <a:r>
              <a:rPr kumimoji="0" lang="en-US" altLang="en-US" sz="1600" b="0" i="0" u="none" strike="noStrike" cap="none" normalizeH="0" baseline="0" dirty="0">
                <a:ln>
                  <a:noFill/>
                </a:ln>
                <a:solidFill>
                  <a:schemeClr val="tx1"/>
                </a:solidFill>
                <a:effectLst/>
                <a:latin typeface="+mn-lt"/>
              </a:rPr>
              <a:t>, suggesting newer TVs have received fewer or slightly lower ratings.</a:t>
            </a:r>
          </a:p>
          <a:p>
            <a:pPr marL="285750" marR="0" lvl="0" indent="-28575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1600" b="0" i="0" u="none" strike="noStrike" cap="none" normalizeH="0" baseline="0" dirty="0">
                <a:ln>
                  <a:noFill/>
                </a:ln>
                <a:solidFill>
                  <a:schemeClr val="tx1"/>
                </a:solidFill>
                <a:effectLst/>
                <a:latin typeface="+mn-lt"/>
              </a:rPr>
              <a:t>Overall, </a:t>
            </a:r>
            <a:r>
              <a:rPr kumimoji="0" lang="en-US" altLang="en-US" sz="1600" b="1" i="0" u="none" strike="noStrike" cap="none" normalizeH="0" baseline="0" dirty="0">
                <a:ln>
                  <a:noFill/>
                </a:ln>
                <a:solidFill>
                  <a:schemeClr val="tx1"/>
                </a:solidFill>
                <a:effectLst/>
                <a:latin typeface="+mn-lt"/>
              </a:rPr>
              <a:t>no strong linear relationships</a:t>
            </a:r>
            <a:r>
              <a:rPr kumimoji="0" lang="en-US" altLang="en-US" sz="1600" b="0" i="0" u="none" strike="noStrike" cap="none" normalizeH="0" baseline="0" dirty="0">
                <a:ln>
                  <a:noFill/>
                </a:ln>
                <a:solidFill>
                  <a:schemeClr val="tx1"/>
                </a:solidFill>
                <a:effectLst/>
                <a:latin typeface="+mn-lt"/>
              </a:rPr>
              <a:t> exist among numeric variables, indicating that other non-numeric factors (like brand, screen type, or display size) influence product trends more significantly</a:t>
            </a:r>
          </a:p>
        </p:txBody>
      </p:sp>
    </p:spTree>
    <p:extLst>
      <p:ext uri="{BB962C8B-B14F-4D97-AF65-F5344CB8AC3E}">
        <p14:creationId xmlns:p14="http://schemas.microsoft.com/office/powerpoint/2010/main" val="407820370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FCA0CE-8274-A1F5-3A9F-98D9815227EB}"/>
              </a:ext>
            </a:extLst>
          </p:cNvPr>
          <p:cNvSpPr>
            <a:spLocks noGrp="1"/>
          </p:cNvSpPr>
          <p:nvPr>
            <p:ph type="ctrTitle"/>
          </p:nvPr>
        </p:nvSpPr>
        <p:spPr>
          <a:xfrm>
            <a:off x="149087" y="464119"/>
            <a:ext cx="6400800" cy="894695"/>
          </a:xfrm>
        </p:spPr>
        <p:txBody>
          <a:bodyPr>
            <a:normAutofit/>
          </a:bodyPr>
          <a:lstStyle/>
          <a:p>
            <a:r>
              <a:rPr lang="en-IN" sz="4000" b="1" dirty="0">
                <a:latin typeface="Times New Roman" panose="02020603050405020304" pitchFamily="18" charset="0"/>
                <a:cs typeface="Times New Roman" panose="02020603050405020304" pitchFamily="18" charset="0"/>
              </a:rPr>
              <a:t>Key Business Questions</a:t>
            </a:r>
          </a:p>
        </p:txBody>
      </p:sp>
      <p:sp>
        <p:nvSpPr>
          <p:cNvPr id="6" name="Subtitle 5">
            <a:extLst>
              <a:ext uri="{FF2B5EF4-FFF2-40B4-BE49-F238E27FC236}">
                <a16:creationId xmlns:a16="http://schemas.microsoft.com/office/drawing/2014/main" id="{60F12A78-9173-E3B2-C9CF-566D22C0018F}"/>
              </a:ext>
            </a:extLst>
          </p:cNvPr>
          <p:cNvSpPr>
            <a:spLocks noGrp="1"/>
          </p:cNvSpPr>
          <p:nvPr>
            <p:ph type="subTitle" idx="1"/>
          </p:nvPr>
        </p:nvSpPr>
        <p:spPr>
          <a:xfrm>
            <a:off x="715620" y="1838738"/>
            <a:ext cx="6818242" cy="4234071"/>
          </a:xfrm>
        </p:spPr>
        <p:txBody>
          <a:bodyPr>
            <a:noAutofit/>
          </a:bodyPr>
          <a:lstStyle/>
          <a:p>
            <a:pPr marL="342900" lvl="0" indent="-342900" algn="l"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solidFill>
                  <a:schemeClr val="tx1"/>
                </a:solidFill>
                <a:latin typeface="+mn-lt"/>
              </a:rPr>
              <a:t>Which </a:t>
            </a:r>
            <a:r>
              <a:rPr lang="en-US" altLang="en-US" sz="1800" b="1" dirty="0">
                <a:solidFill>
                  <a:schemeClr val="tx1"/>
                </a:solidFill>
                <a:latin typeface="+mn-lt"/>
              </a:rPr>
              <a:t>brand</a:t>
            </a:r>
            <a:r>
              <a:rPr lang="en-US" altLang="en-US" sz="1800" dirty="0">
                <a:solidFill>
                  <a:schemeClr val="tx1"/>
                </a:solidFill>
                <a:latin typeface="+mn-lt"/>
              </a:rPr>
              <a:t> offers the widest range of TVs across different price segments?</a:t>
            </a:r>
          </a:p>
          <a:p>
            <a:pPr marL="342900" lvl="0" indent="-342900" algn="l"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solidFill>
                  <a:schemeClr val="tx1"/>
                </a:solidFill>
                <a:latin typeface="+mn-lt"/>
              </a:rPr>
              <a:t>What is the </a:t>
            </a:r>
            <a:r>
              <a:rPr lang="en-US" altLang="en-US" sz="1800" b="1" dirty="0">
                <a:solidFill>
                  <a:schemeClr val="tx1"/>
                </a:solidFill>
                <a:latin typeface="+mn-lt"/>
              </a:rPr>
              <a:t>average rating difference</a:t>
            </a:r>
            <a:r>
              <a:rPr lang="en-US" altLang="en-US" sz="1800" dirty="0">
                <a:solidFill>
                  <a:schemeClr val="tx1"/>
                </a:solidFill>
                <a:latin typeface="+mn-lt"/>
              </a:rPr>
              <a:t> between budget and premium TVs?</a:t>
            </a:r>
          </a:p>
          <a:p>
            <a:pPr marL="342900" lvl="0" indent="-342900" algn="l"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solidFill>
                  <a:schemeClr val="tx1"/>
                </a:solidFill>
                <a:latin typeface="+mn-lt"/>
              </a:rPr>
              <a:t>Which </a:t>
            </a:r>
            <a:r>
              <a:rPr lang="en-US" altLang="en-US" sz="1800" b="1" dirty="0">
                <a:solidFill>
                  <a:schemeClr val="tx1"/>
                </a:solidFill>
                <a:latin typeface="+mn-lt"/>
              </a:rPr>
              <a:t>display types</a:t>
            </a:r>
            <a:r>
              <a:rPr lang="en-US" altLang="en-US" sz="1800" dirty="0">
                <a:solidFill>
                  <a:schemeClr val="tx1"/>
                </a:solidFill>
                <a:latin typeface="+mn-lt"/>
              </a:rPr>
              <a:t> (Ultra HD, Full HD, HD Ready) dominate the Flipkart listings?</a:t>
            </a:r>
          </a:p>
          <a:p>
            <a:pPr marL="342900" lvl="0" indent="-342900" algn="l"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solidFill>
                  <a:schemeClr val="tx1"/>
                </a:solidFill>
                <a:latin typeface="+mn-lt"/>
              </a:rPr>
              <a:t>How have </a:t>
            </a:r>
            <a:r>
              <a:rPr lang="en-US" altLang="en-US" sz="1800" b="1" dirty="0">
                <a:solidFill>
                  <a:schemeClr val="tx1"/>
                </a:solidFill>
                <a:latin typeface="+mn-lt"/>
              </a:rPr>
              <a:t>TV prices and ratings</a:t>
            </a:r>
            <a:r>
              <a:rPr lang="en-US" altLang="en-US" sz="1800" dirty="0">
                <a:solidFill>
                  <a:schemeClr val="tx1"/>
                </a:solidFill>
                <a:latin typeface="+mn-lt"/>
              </a:rPr>
              <a:t> changed across recent years?</a:t>
            </a:r>
          </a:p>
          <a:p>
            <a:pPr marL="342900" lvl="0" indent="-342900" algn="l" eaLnBrk="0" fontAlgn="base" hangingPunct="0">
              <a:lnSpc>
                <a:spcPct val="150000"/>
              </a:lnSpc>
              <a:spcBef>
                <a:spcPct val="0"/>
              </a:spcBef>
              <a:spcAft>
                <a:spcPct val="0"/>
              </a:spcAft>
              <a:buClrTx/>
              <a:buSzTx/>
              <a:buFont typeface="Wingdings" panose="05000000000000000000" pitchFamily="2" charset="2"/>
              <a:buChar char="§"/>
            </a:pPr>
            <a:r>
              <a:rPr lang="en-US" altLang="en-US" sz="1800" dirty="0">
                <a:solidFill>
                  <a:schemeClr val="tx1"/>
                </a:solidFill>
                <a:latin typeface="+mn-lt"/>
              </a:rPr>
              <a:t>Which </a:t>
            </a:r>
            <a:r>
              <a:rPr lang="en-US" altLang="en-US" sz="1800" b="1" dirty="0">
                <a:solidFill>
                  <a:schemeClr val="tx1"/>
                </a:solidFill>
                <a:latin typeface="+mn-lt"/>
              </a:rPr>
              <a:t>brands</a:t>
            </a:r>
            <a:r>
              <a:rPr lang="en-US" altLang="en-US" sz="1800" dirty="0">
                <a:solidFill>
                  <a:schemeClr val="tx1"/>
                </a:solidFill>
                <a:latin typeface="+mn-lt"/>
              </a:rPr>
              <a:t> perform best in terms of </a:t>
            </a:r>
            <a:r>
              <a:rPr lang="en-US" altLang="en-US" sz="1800" b="1" dirty="0">
                <a:solidFill>
                  <a:schemeClr val="tx1"/>
                </a:solidFill>
                <a:latin typeface="+mn-lt"/>
              </a:rPr>
              <a:t>customer satisfaction and pricing consistency</a:t>
            </a:r>
            <a:r>
              <a:rPr lang="en-US" altLang="en-US" sz="1800" dirty="0">
                <a:solidFill>
                  <a:schemeClr val="tx1"/>
                </a:solidFill>
                <a:latin typeface="+mn-lt"/>
              </a:rPr>
              <a:t>?</a:t>
            </a:r>
          </a:p>
          <a:p>
            <a:pPr>
              <a:lnSpc>
                <a:spcPct val="150000"/>
              </a:lnSpc>
              <a:buFont typeface="Wingdings" panose="05000000000000000000" pitchFamily="2" charset="2"/>
              <a:buChar char="§"/>
            </a:pPr>
            <a:endParaRPr lang="en-IN" sz="1800" dirty="0">
              <a:latin typeface="+mn-lt"/>
            </a:endParaRPr>
          </a:p>
        </p:txBody>
      </p:sp>
      <p:pic>
        <p:nvPicPr>
          <p:cNvPr id="4" name="Picture 3">
            <a:extLst>
              <a:ext uri="{FF2B5EF4-FFF2-40B4-BE49-F238E27FC236}">
                <a16:creationId xmlns:a16="http://schemas.microsoft.com/office/drawing/2014/main" id="{789D2E28-01C7-D23F-FECD-052E9BECBA73}"/>
              </a:ext>
            </a:extLst>
          </p:cNvPr>
          <p:cNvPicPr>
            <a:picLocks noChangeAspect="1"/>
          </p:cNvPicPr>
          <p:nvPr/>
        </p:nvPicPr>
        <p:blipFill>
          <a:blip r:embed="rId2"/>
          <a:stretch>
            <a:fillRect/>
          </a:stretch>
        </p:blipFill>
        <p:spPr>
          <a:xfrm>
            <a:off x="8313198" y="2059621"/>
            <a:ext cx="3331857" cy="3331857"/>
          </a:xfrm>
          <a:prstGeom prst="rect">
            <a:avLst/>
          </a:prstGeom>
        </p:spPr>
      </p:pic>
    </p:spTree>
    <p:extLst>
      <p:ext uri="{BB962C8B-B14F-4D97-AF65-F5344CB8AC3E}">
        <p14:creationId xmlns:p14="http://schemas.microsoft.com/office/powerpoint/2010/main" val="2209448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B9DEF-89CA-A2D6-D3EC-477F8E778C84}"/>
              </a:ext>
            </a:extLst>
          </p:cNvPr>
          <p:cNvSpPr>
            <a:spLocks noGrp="1"/>
          </p:cNvSpPr>
          <p:nvPr>
            <p:ph type="title"/>
          </p:nvPr>
        </p:nvSpPr>
        <p:spPr>
          <a:xfrm>
            <a:off x="550371" y="323006"/>
            <a:ext cx="7947586" cy="581577"/>
          </a:xfrm>
        </p:spPr>
        <p:txBody>
          <a:bodyPr>
            <a:noAutofit/>
          </a:bodyPr>
          <a:lstStyle/>
          <a:p>
            <a:r>
              <a:rPr lang="en-IN" sz="4000" b="1" dirty="0">
                <a:solidFill>
                  <a:schemeClr val="tx1"/>
                </a:solidFill>
                <a:latin typeface="Times New Roman" panose="02020603050405020304" pitchFamily="18" charset="0"/>
                <a:cs typeface="Times New Roman" panose="02020603050405020304" pitchFamily="18" charset="0"/>
              </a:rPr>
              <a:t>Conclusion:</a:t>
            </a:r>
          </a:p>
        </p:txBody>
      </p:sp>
      <p:sp>
        <p:nvSpPr>
          <p:cNvPr id="4" name="Rectangle 1">
            <a:extLst>
              <a:ext uri="{FF2B5EF4-FFF2-40B4-BE49-F238E27FC236}">
                <a16:creationId xmlns:a16="http://schemas.microsoft.com/office/drawing/2014/main" id="{B3B7422F-A42C-D0BC-BCC8-74FDAE65E36E}"/>
              </a:ext>
            </a:extLst>
          </p:cNvPr>
          <p:cNvSpPr>
            <a:spLocks noChangeArrowheads="1"/>
          </p:cNvSpPr>
          <p:nvPr/>
        </p:nvSpPr>
        <p:spPr bwMode="auto">
          <a:xfrm>
            <a:off x="550371" y="6760743"/>
            <a:ext cx="10826750" cy="4174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marR="0" lvl="0" indent="-457200" algn="l" defTabSz="914400" rtl="0" eaLnBrk="0" fontAlgn="base" latinLnBrk="0" hangingPunct="0">
              <a:lnSpc>
                <a:spcPct val="150000"/>
              </a:lnSpc>
              <a:spcBef>
                <a:spcPct val="0"/>
              </a:spcBef>
              <a:spcAft>
                <a:spcPct val="0"/>
              </a:spcAft>
              <a:buClrTx/>
              <a:buSzTx/>
              <a:buFont typeface="+mj-lt"/>
              <a:buAutoNum type="arabicPeriod"/>
              <a:tabLst/>
            </a:pP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84349C44-851A-CFAB-D592-1288E810F772}"/>
              </a:ext>
            </a:extLst>
          </p:cNvPr>
          <p:cNvSpPr>
            <a:spLocks noChangeArrowheads="1"/>
          </p:cNvSpPr>
          <p:nvPr/>
        </p:nvSpPr>
        <p:spPr bwMode="auto">
          <a:xfrm>
            <a:off x="1043811" y="1182880"/>
            <a:ext cx="10525337" cy="47705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Dominance of Popular Brands</a:t>
            </a:r>
            <a:br>
              <a:rPr kumimoji="0" lang="en-US" altLang="en-US" sz="1600" b="0" i="0" u="none" strike="noStrike" cap="none" normalizeH="0" baseline="0" dirty="0">
                <a:ln>
                  <a:noFill/>
                </a:ln>
                <a:solidFill>
                  <a:schemeClr val="tx1"/>
                </a:solidFill>
                <a:effectLst/>
                <a:latin typeface="+mn-lt"/>
              </a:rPr>
            </a:br>
            <a:r>
              <a:rPr kumimoji="0" lang="en-US" altLang="en-US" sz="1600" b="0" i="0" u="none" strike="noStrike" cap="none" normalizeH="0" baseline="0" dirty="0" err="1">
                <a:ln>
                  <a:noFill/>
                </a:ln>
                <a:solidFill>
                  <a:schemeClr val="tx1"/>
                </a:solidFill>
                <a:effectLst/>
                <a:latin typeface="+mn-lt"/>
              </a:rPr>
              <a:t>Brands</a:t>
            </a:r>
            <a:r>
              <a:rPr kumimoji="0" lang="en-US" altLang="en-US" sz="1600" b="0" i="0" u="none" strike="noStrike" cap="none" normalizeH="0" baseline="0" dirty="0">
                <a:ln>
                  <a:noFill/>
                </a:ln>
                <a:solidFill>
                  <a:schemeClr val="tx1"/>
                </a:solidFill>
                <a:effectLst/>
                <a:latin typeface="+mn-lt"/>
              </a:rPr>
              <a:t> like </a:t>
            </a:r>
            <a:r>
              <a:rPr kumimoji="0" lang="en-US" altLang="en-US" sz="1600" b="1" i="0" u="none" strike="noStrike" cap="none" normalizeH="0" baseline="0" dirty="0">
                <a:ln>
                  <a:noFill/>
                </a:ln>
                <a:solidFill>
                  <a:schemeClr val="tx1"/>
                </a:solidFill>
                <a:effectLst/>
                <a:latin typeface="+mn-lt"/>
              </a:rPr>
              <a:t>Samsung, LG, and Mi</a:t>
            </a:r>
            <a:r>
              <a:rPr kumimoji="0" lang="en-US" altLang="en-US" sz="1600" b="0" i="0" u="none" strike="noStrike" cap="none" normalizeH="0" baseline="0" dirty="0">
                <a:ln>
                  <a:noFill/>
                </a:ln>
                <a:solidFill>
                  <a:schemeClr val="tx1"/>
                </a:solidFill>
                <a:effectLst/>
                <a:latin typeface="+mn-lt"/>
              </a:rPr>
              <a:t> dominate the Flipkart marketplace, offering a wide range of TVs across multiple price segments and maintaining strong customer ratings.</a:t>
            </a: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mn-lt"/>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Pricing Patterns and Market Segments</a:t>
            </a:r>
            <a:br>
              <a:rPr kumimoji="0" lang="en-US" altLang="en-US" sz="1600" b="0"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Most TVs fall within the </a:t>
            </a:r>
            <a:r>
              <a:rPr kumimoji="0" lang="en-US" altLang="en-US" sz="1600" b="1" i="0" u="none" strike="noStrike" cap="none" normalizeH="0" baseline="0" dirty="0">
                <a:ln>
                  <a:noFill/>
                </a:ln>
                <a:solidFill>
                  <a:schemeClr val="tx1"/>
                </a:solidFill>
                <a:effectLst/>
                <a:latin typeface="+mn-lt"/>
              </a:rPr>
              <a:t>₹15,000–₹35,000</a:t>
            </a:r>
            <a:r>
              <a:rPr kumimoji="0" lang="en-US" altLang="en-US" sz="1600" b="0" i="0" u="none" strike="noStrike" cap="none" normalizeH="0" baseline="0" dirty="0">
                <a:ln>
                  <a:noFill/>
                </a:ln>
                <a:solidFill>
                  <a:schemeClr val="tx1"/>
                </a:solidFill>
                <a:effectLst/>
                <a:latin typeface="+mn-lt"/>
              </a:rPr>
              <a:t> range, showing customer preference for affordable mid-range models, while premium brands attract a niche audience.</a:t>
            </a: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mn-lt"/>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Customer Satisfaction Trends</a:t>
            </a:r>
            <a:br>
              <a:rPr kumimoji="0" lang="en-US" altLang="en-US" sz="1600" b="0"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Average ratings remain consistently high (</a:t>
            </a:r>
            <a:r>
              <a:rPr kumimoji="0" lang="en-US" altLang="en-US" sz="1600" b="1" i="0" u="none" strike="noStrike" cap="none" normalizeH="0" baseline="0" dirty="0">
                <a:ln>
                  <a:noFill/>
                </a:ln>
                <a:solidFill>
                  <a:schemeClr val="tx1"/>
                </a:solidFill>
                <a:effectLst/>
                <a:latin typeface="+mn-lt"/>
              </a:rPr>
              <a:t>4.0–4.5</a:t>
            </a:r>
            <a:r>
              <a:rPr kumimoji="0" lang="en-US" altLang="en-US" sz="1600" b="0" i="0" u="none" strike="noStrike" cap="none" normalizeH="0" baseline="0" dirty="0">
                <a:ln>
                  <a:noFill/>
                </a:ln>
                <a:solidFill>
                  <a:schemeClr val="tx1"/>
                </a:solidFill>
                <a:effectLst/>
                <a:latin typeface="+mn-lt"/>
              </a:rPr>
              <a:t>), indicating that most listed TVs deliver reliable quality and positive user experiences.</a:t>
            </a: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mn-lt"/>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Display Type Popularity</a:t>
            </a:r>
            <a:br>
              <a:rPr kumimoji="0" lang="en-US" altLang="en-US" sz="1600" b="0" i="0" u="none" strike="noStrike" cap="none" normalizeH="0" baseline="0" dirty="0">
                <a:ln>
                  <a:noFill/>
                </a:ln>
                <a:solidFill>
                  <a:schemeClr val="tx1"/>
                </a:solidFill>
                <a:effectLst/>
                <a:latin typeface="+mn-lt"/>
              </a:rPr>
            </a:br>
            <a:r>
              <a:rPr kumimoji="0" lang="en-US" altLang="en-US" sz="1600" b="1" i="0" u="none" strike="noStrike" cap="none" normalizeH="0" baseline="0" dirty="0">
                <a:ln>
                  <a:noFill/>
                </a:ln>
                <a:solidFill>
                  <a:schemeClr val="tx1"/>
                </a:solidFill>
                <a:effectLst/>
                <a:latin typeface="+mn-lt"/>
              </a:rPr>
              <a:t>Ultra HD (8k)TVs</a:t>
            </a:r>
            <a:r>
              <a:rPr kumimoji="0" lang="en-US" altLang="en-US" sz="1600" b="0" i="0" u="none" strike="noStrike" cap="none" normalizeH="0" baseline="0" dirty="0">
                <a:ln>
                  <a:noFill/>
                </a:ln>
                <a:solidFill>
                  <a:schemeClr val="tx1"/>
                </a:solidFill>
                <a:effectLst/>
                <a:latin typeface="+mn-lt"/>
              </a:rPr>
              <a:t> are the most common, while </a:t>
            </a:r>
            <a:r>
              <a:rPr kumimoji="0" lang="en-US" altLang="en-US" sz="1600" b="1" i="0" u="none" strike="noStrike" cap="none" normalizeH="0" baseline="0" dirty="0">
                <a:ln>
                  <a:noFill/>
                </a:ln>
                <a:solidFill>
                  <a:schemeClr val="tx1"/>
                </a:solidFill>
                <a:effectLst/>
                <a:latin typeface="+mn-lt"/>
              </a:rPr>
              <a:t>Ready HD models</a:t>
            </a:r>
            <a:r>
              <a:rPr kumimoji="0" lang="en-US" altLang="en-US" sz="1600" b="0" i="0" u="none" strike="noStrike" cap="none" normalizeH="0" baseline="0" dirty="0">
                <a:ln>
                  <a:noFill/>
                </a:ln>
                <a:solidFill>
                  <a:schemeClr val="tx1"/>
                </a:solidFill>
                <a:effectLst/>
                <a:latin typeface="+mn-lt"/>
              </a:rPr>
              <a:t> appear in smaller numbers but cater to the high-end segment with advanced display technologies.</a:t>
            </a: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endParaRPr kumimoji="0" lang="en-US" altLang="en-US" sz="1600" b="0" i="0" u="none" strike="noStrike" cap="none" normalizeH="0" baseline="0" dirty="0">
              <a:ln>
                <a:noFill/>
              </a:ln>
              <a:solidFill>
                <a:schemeClr val="tx1"/>
              </a:solidFill>
              <a:effectLst/>
              <a:latin typeface="+mn-lt"/>
            </a:endParaRPr>
          </a:p>
          <a:p>
            <a:pPr marL="285750" marR="0" lvl="0" indent="-285750" defTabSz="914400" rtl="0" eaLnBrk="0" fontAlgn="base" latinLnBrk="0" hangingPunct="0">
              <a:spcBef>
                <a:spcPct val="0"/>
              </a:spcBef>
              <a:spcAft>
                <a:spcPct val="0"/>
              </a:spcAft>
              <a:buClrTx/>
              <a:buSzTx/>
              <a:buFont typeface="Wingdings" panose="05000000000000000000" pitchFamily="2" charset="2"/>
              <a:buChar char="§"/>
              <a:tabLst/>
            </a:pPr>
            <a:r>
              <a:rPr kumimoji="0" lang="en-US" altLang="en-US" sz="1600" b="1" i="0" u="none" strike="noStrike" cap="none" normalizeH="0" baseline="0" dirty="0">
                <a:ln>
                  <a:noFill/>
                </a:ln>
                <a:solidFill>
                  <a:schemeClr val="tx1"/>
                </a:solidFill>
                <a:effectLst/>
                <a:latin typeface="+mn-lt"/>
              </a:rPr>
              <a:t>Feature and Price Relationship</a:t>
            </a:r>
            <a:br>
              <a:rPr kumimoji="0" lang="en-US" altLang="en-US" sz="1600" b="0" i="0" u="none" strike="noStrike" cap="none" normalizeH="0" baseline="0" dirty="0">
                <a:ln>
                  <a:noFill/>
                </a:ln>
                <a:solidFill>
                  <a:schemeClr val="tx1"/>
                </a:solidFill>
                <a:effectLst/>
                <a:latin typeface="+mn-lt"/>
              </a:rPr>
            </a:br>
            <a:r>
              <a:rPr kumimoji="0" lang="en-US" altLang="en-US" sz="1600" b="0" i="0" u="none" strike="noStrike" cap="none" normalizeH="0" baseline="0" dirty="0">
                <a:ln>
                  <a:noFill/>
                </a:ln>
                <a:solidFill>
                  <a:schemeClr val="tx1"/>
                </a:solidFill>
                <a:effectLst/>
                <a:latin typeface="+mn-lt"/>
              </a:rPr>
              <a:t>Correlation results show that </a:t>
            </a:r>
            <a:r>
              <a:rPr kumimoji="0" lang="en-US" altLang="en-US" sz="1600" b="1" i="0" u="none" strike="noStrike" cap="none" normalizeH="0" baseline="0" dirty="0">
                <a:ln>
                  <a:noFill/>
                </a:ln>
                <a:solidFill>
                  <a:schemeClr val="tx1"/>
                </a:solidFill>
                <a:effectLst/>
                <a:latin typeface="+mn-lt"/>
              </a:rPr>
              <a:t>price, year, and rating</a:t>
            </a:r>
            <a:r>
              <a:rPr kumimoji="0" lang="en-US" altLang="en-US" sz="1600" b="0" i="0" u="none" strike="noStrike" cap="none" normalizeH="0" baseline="0" dirty="0">
                <a:ln>
                  <a:noFill/>
                </a:ln>
                <a:solidFill>
                  <a:schemeClr val="tx1"/>
                </a:solidFill>
                <a:effectLst/>
                <a:latin typeface="+mn-lt"/>
              </a:rPr>
              <a:t> have weak relationships, suggesting that pricing depends more on </a:t>
            </a:r>
            <a:r>
              <a:rPr kumimoji="0" lang="en-US" altLang="en-US" sz="1600" b="1" i="0" u="none" strike="noStrike" cap="none" normalizeH="0" baseline="0" dirty="0">
                <a:ln>
                  <a:noFill/>
                </a:ln>
                <a:solidFill>
                  <a:schemeClr val="tx1"/>
                </a:solidFill>
                <a:effectLst/>
                <a:latin typeface="+mn-lt"/>
              </a:rPr>
              <a:t>brand reputation and features</a:t>
            </a:r>
            <a:r>
              <a:rPr kumimoji="0" lang="en-US" altLang="en-US" sz="1600" b="0" i="0" u="none" strike="noStrike" cap="none" normalizeH="0" baseline="0" dirty="0">
                <a:ln>
                  <a:noFill/>
                </a:ln>
                <a:solidFill>
                  <a:schemeClr val="tx1"/>
                </a:solidFill>
                <a:effectLst/>
                <a:latin typeface="+mn-lt"/>
              </a:rPr>
              <a:t> than on release year or customer ratings.</a:t>
            </a:r>
          </a:p>
        </p:txBody>
      </p:sp>
    </p:spTree>
    <p:extLst>
      <p:ext uri="{BB962C8B-B14F-4D97-AF65-F5344CB8AC3E}">
        <p14:creationId xmlns:p14="http://schemas.microsoft.com/office/powerpoint/2010/main" val="164468703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C5FDD-9E40-B93A-E557-1D0E9B6DA08A}"/>
              </a:ext>
            </a:extLst>
          </p:cNvPr>
          <p:cNvSpPr>
            <a:spLocks noGrp="1"/>
          </p:cNvSpPr>
          <p:nvPr>
            <p:ph type="title"/>
          </p:nvPr>
        </p:nvSpPr>
        <p:spPr>
          <a:xfrm>
            <a:off x="412869" y="575130"/>
            <a:ext cx="10515600" cy="707019"/>
          </a:xfrm>
        </p:spPr>
        <p:txBody>
          <a:bodyPr>
            <a:normAutofit/>
          </a:bodyPr>
          <a:lstStyle/>
          <a:p>
            <a:r>
              <a:rPr lang="en-US" sz="4000" b="1" dirty="0">
                <a:latin typeface="Times New Roman" panose="02020603050405020304" pitchFamily="18" charset="0"/>
                <a:cs typeface="Times New Roman" panose="02020603050405020304" pitchFamily="18" charset="0"/>
              </a:rPr>
              <a:t>Experience– Web Scraping &amp; Data Analysis:</a:t>
            </a:r>
            <a:endParaRPr lang="en-IN" sz="40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D739DEE2-16DA-5025-B292-19D03B15D76C}"/>
              </a:ext>
            </a:extLst>
          </p:cNvPr>
          <p:cNvSpPr>
            <a:spLocks noChangeArrowheads="1"/>
          </p:cNvSpPr>
          <p:nvPr/>
        </p:nvSpPr>
        <p:spPr bwMode="auto">
          <a:xfrm>
            <a:off x="692427" y="1746488"/>
            <a:ext cx="11290851" cy="33650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n-lt"/>
              </a:rPr>
              <a:t>Scraped </a:t>
            </a:r>
            <a:r>
              <a:rPr kumimoji="0" lang="en-US" altLang="en-US" sz="1800" b="1" i="0" u="none" strike="noStrike" cap="none" normalizeH="0" baseline="0" dirty="0">
                <a:ln>
                  <a:noFill/>
                </a:ln>
                <a:solidFill>
                  <a:schemeClr val="tx1"/>
                </a:solidFill>
                <a:effectLst/>
                <a:latin typeface="+mn-lt"/>
              </a:rPr>
              <a:t>Flipkart TV product data</a:t>
            </a:r>
            <a:r>
              <a:rPr kumimoji="0" lang="en-US" altLang="en-US" sz="1800" b="0" i="0" u="none" strike="noStrike" cap="none" normalizeH="0" baseline="0" dirty="0">
                <a:ln>
                  <a:noFill/>
                </a:ln>
                <a:solidFill>
                  <a:schemeClr val="tx1"/>
                </a:solidFill>
                <a:effectLst/>
                <a:latin typeface="+mn-lt"/>
              </a:rPr>
              <a:t> from multiple pages using </a:t>
            </a:r>
            <a:r>
              <a:rPr kumimoji="0" lang="en-US" altLang="en-US" sz="1800" b="1" i="0" u="none" strike="noStrike" cap="none" normalizeH="0" baseline="0" dirty="0">
                <a:ln>
                  <a:noFill/>
                </a:ln>
                <a:solidFill>
                  <a:schemeClr val="tx1"/>
                </a:solidFill>
                <a:effectLst/>
                <a:latin typeface="+mn-lt"/>
              </a:rPr>
              <a:t>Python (</a:t>
            </a:r>
            <a:r>
              <a:rPr kumimoji="0" lang="en-US" altLang="en-US" sz="1800" b="1" i="0" u="none" strike="noStrike" cap="none" normalizeH="0" baseline="0" dirty="0" err="1">
                <a:ln>
                  <a:noFill/>
                </a:ln>
                <a:solidFill>
                  <a:schemeClr val="tx1"/>
                </a:solidFill>
                <a:effectLst/>
                <a:latin typeface="+mn-lt"/>
              </a:rPr>
              <a:t>BeautifulSoup</a:t>
            </a:r>
            <a:r>
              <a:rPr kumimoji="0" lang="en-US" altLang="en-US" sz="1800" b="1" i="0" u="none" strike="noStrike" cap="none" normalizeH="0" baseline="0" dirty="0">
                <a:ln>
                  <a:noFill/>
                </a:ln>
                <a:solidFill>
                  <a:schemeClr val="tx1"/>
                </a:solidFill>
                <a:effectLst/>
                <a:latin typeface="+mn-lt"/>
              </a:rPr>
              <a:t>, pandas)</a:t>
            </a:r>
            <a:r>
              <a:rPr kumimoji="0" lang="en-US" altLang="en-US" sz="1800" b="0" i="0" u="none" strike="noStrike" cap="none" normalizeH="0" baseline="0" dirty="0">
                <a:ln>
                  <a:noFill/>
                </a:ln>
                <a:solidFill>
                  <a:schemeClr val="tx1"/>
                </a:solidFill>
                <a:effectLst/>
                <a:latin typeface="+mn-lt"/>
              </a:rPr>
              <a:t>.</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n-lt"/>
              </a:rPr>
              <a:t>Cleaned and standardized data fields such as </a:t>
            </a:r>
            <a:r>
              <a:rPr kumimoji="0" lang="en-US" altLang="en-US" sz="1800" b="1" i="0" u="none" strike="noStrike" cap="none" normalizeH="0" baseline="0" dirty="0">
                <a:ln>
                  <a:noFill/>
                </a:ln>
                <a:solidFill>
                  <a:schemeClr val="tx1"/>
                </a:solidFill>
                <a:effectLst/>
                <a:latin typeface="+mn-lt"/>
              </a:rPr>
              <a:t>brand, price, rating, and screen size</a:t>
            </a:r>
            <a:r>
              <a:rPr kumimoji="0" lang="en-US" altLang="en-US" sz="1800" b="0" i="0" u="none" strike="noStrike" cap="none" normalizeH="0" baseline="0" dirty="0">
                <a:ln>
                  <a:noFill/>
                </a:ln>
                <a:solidFill>
                  <a:schemeClr val="tx1"/>
                </a:solidFill>
                <a:effectLst/>
                <a:latin typeface="+mn-lt"/>
              </a:rPr>
              <a:t> for uniform analysis.</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n-lt"/>
              </a:rPr>
              <a:t>Created </a:t>
            </a:r>
            <a:r>
              <a:rPr kumimoji="0" lang="en-US" altLang="en-US" sz="1800" b="1" i="0" u="none" strike="noStrike" cap="none" normalizeH="0" baseline="0" dirty="0">
                <a:ln>
                  <a:noFill/>
                </a:ln>
                <a:solidFill>
                  <a:schemeClr val="tx1"/>
                </a:solidFill>
                <a:effectLst/>
                <a:latin typeface="+mn-lt"/>
              </a:rPr>
              <a:t>visualizations</a:t>
            </a:r>
            <a:r>
              <a:rPr kumimoji="0" lang="en-US" altLang="en-US" sz="1800" b="0" i="0" u="none" strike="noStrike" cap="none" normalizeH="0" baseline="0" dirty="0">
                <a:ln>
                  <a:noFill/>
                </a:ln>
                <a:solidFill>
                  <a:schemeClr val="tx1"/>
                </a:solidFill>
                <a:effectLst/>
                <a:latin typeface="+mn-lt"/>
              </a:rPr>
              <a:t> (heatmaps, bar charts, and distributions) to explore pricing and rating trends.</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n-lt"/>
              </a:rPr>
              <a:t>Gained hands-on experience in the complete </a:t>
            </a:r>
            <a:r>
              <a:rPr kumimoji="0" lang="en-US" altLang="en-US" sz="1800" b="1" i="0" u="none" strike="noStrike" cap="none" normalizeH="0" baseline="0" dirty="0">
                <a:ln>
                  <a:noFill/>
                </a:ln>
                <a:solidFill>
                  <a:schemeClr val="tx1"/>
                </a:solidFill>
                <a:effectLst/>
                <a:latin typeface="+mn-lt"/>
              </a:rPr>
              <a:t>data workflow: scraping → cleaning → analysis → visualization</a:t>
            </a:r>
            <a:r>
              <a:rPr kumimoji="0" lang="en-US" altLang="en-US" sz="1800" b="0" i="0" u="none" strike="noStrike" cap="none" normalizeH="0" baseline="0" dirty="0">
                <a:ln>
                  <a:noFill/>
                </a:ln>
                <a:solidFill>
                  <a:schemeClr val="tx1"/>
                </a:solidFill>
                <a:effectLst/>
                <a:latin typeface="+mn-lt"/>
              </a:rPr>
              <a:t>.</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n-lt"/>
              </a:rPr>
              <a:t>Understood how </a:t>
            </a:r>
            <a:r>
              <a:rPr kumimoji="0" lang="en-US" altLang="en-US" sz="1800" b="1" i="0" u="none" strike="noStrike" cap="none" normalizeH="0" baseline="0" dirty="0">
                <a:ln>
                  <a:noFill/>
                </a:ln>
                <a:solidFill>
                  <a:schemeClr val="tx1"/>
                </a:solidFill>
                <a:effectLst/>
                <a:latin typeface="+mn-lt"/>
              </a:rPr>
              <a:t>data visualization simplifies complex datasets</a:t>
            </a:r>
            <a:r>
              <a:rPr kumimoji="0" lang="en-US" altLang="en-US" sz="1800" b="0" i="0" u="none" strike="noStrike" cap="none" normalizeH="0" baseline="0" dirty="0">
                <a:ln>
                  <a:noFill/>
                </a:ln>
                <a:solidFill>
                  <a:schemeClr val="tx1"/>
                </a:solidFill>
                <a:effectLst/>
                <a:latin typeface="+mn-lt"/>
              </a:rPr>
              <a:t>, making patterns and relationships easier to interpret.</a:t>
            </a:r>
          </a:p>
          <a:p>
            <a:pPr marL="285750" marR="0" lvl="0" indent="-285750" defTabSz="914400" rtl="0" eaLnBrk="0" fontAlgn="base" latinLnBrk="0" hangingPunct="0">
              <a:lnSpc>
                <a:spcPct val="150000"/>
              </a:lnSpc>
              <a:spcBef>
                <a:spcPct val="0"/>
              </a:spcBef>
              <a:spcAft>
                <a:spcPct val="0"/>
              </a:spcAft>
              <a:buClrTx/>
              <a:buSzTx/>
              <a:buFont typeface="Wingdings" panose="05000000000000000000" pitchFamily="2" charset="2"/>
              <a:buChar char="Ø"/>
              <a:tabLst/>
            </a:pPr>
            <a:r>
              <a:rPr kumimoji="0" lang="en-US" altLang="en-US" sz="1800" b="0" i="0" u="none" strike="noStrike" cap="none" normalizeH="0" baseline="0" dirty="0">
                <a:ln>
                  <a:noFill/>
                </a:ln>
                <a:solidFill>
                  <a:schemeClr val="tx1"/>
                </a:solidFill>
                <a:effectLst/>
                <a:latin typeface="+mn-lt"/>
              </a:rPr>
              <a:t>Enhanced skills in </a:t>
            </a:r>
            <a:r>
              <a:rPr kumimoji="0" lang="en-US" altLang="en-US" sz="1800" b="1" i="0" u="none" strike="noStrike" cap="none" normalizeH="0" baseline="0" dirty="0">
                <a:ln>
                  <a:noFill/>
                </a:ln>
                <a:solidFill>
                  <a:schemeClr val="tx1"/>
                </a:solidFill>
                <a:effectLst/>
                <a:latin typeface="+mn-lt"/>
              </a:rPr>
              <a:t>data-driven storytelling</a:t>
            </a:r>
            <a:r>
              <a:rPr kumimoji="0" lang="en-US" altLang="en-US" sz="1800" b="0" i="0" u="none" strike="noStrike" cap="none" normalizeH="0" baseline="0" dirty="0">
                <a:ln>
                  <a:noFill/>
                </a:ln>
                <a:solidFill>
                  <a:schemeClr val="tx1"/>
                </a:solidFill>
                <a:effectLst/>
                <a:latin typeface="+mn-lt"/>
              </a:rPr>
              <a:t>, transforming raw data into actionable market insights.</a:t>
            </a:r>
          </a:p>
        </p:txBody>
      </p:sp>
    </p:spTree>
    <p:extLst>
      <p:ext uri="{BB962C8B-B14F-4D97-AF65-F5344CB8AC3E}">
        <p14:creationId xmlns:p14="http://schemas.microsoft.com/office/powerpoint/2010/main" val="9804481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0C4F17-B27D-5353-8B75-94E4DF00F875}"/>
              </a:ext>
            </a:extLst>
          </p:cNvPr>
          <p:cNvSpPr>
            <a:spLocks noGrp="1"/>
          </p:cNvSpPr>
          <p:nvPr>
            <p:ph type="title"/>
          </p:nvPr>
        </p:nvSpPr>
        <p:spPr>
          <a:xfrm>
            <a:off x="571896" y="625081"/>
            <a:ext cx="10515600" cy="766397"/>
          </a:xfrm>
        </p:spPr>
        <p:txBody>
          <a:bodyPr>
            <a:normAutofit/>
          </a:bodyPr>
          <a:lstStyle/>
          <a:p>
            <a:r>
              <a:rPr lang="en-IN" sz="4000" b="1" dirty="0">
                <a:latin typeface="Times New Roman" panose="02020603050405020304" pitchFamily="18" charset="0"/>
                <a:cs typeface="Times New Roman" panose="02020603050405020304" pitchFamily="18" charset="0"/>
              </a:rPr>
              <a:t>Challenges – Web Scraping &amp; Data Analysis:</a:t>
            </a:r>
          </a:p>
        </p:txBody>
      </p:sp>
      <p:sp>
        <p:nvSpPr>
          <p:cNvPr id="3" name="Rectangle 1">
            <a:extLst>
              <a:ext uri="{FF2B5EF4-FFF2-40B4-BE49-F238E27FC236}">
                <a16:creationId xmlns:a16="http://schemas.microsoft.com/office/drawing/2014/main" id="{9B307B2B-4F99-1E4D-9257-74CB77031303}"/>
              </a:ext>
            </a:extLst>
          </p:cNvPr>
          <p:cNvSpPr>
            <a:spLocks noChangeArrowheads="1"/>
          </p:cNvSpPr>
          <p:nvPr/>
        </p:nvSpPr>
        <p:spPr bwMode="auto">
          <a:xfrm>
            <a:off x="1255643" y="1954237"/>
            <a:ext cx="9680713" cy="294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mn-lt"/>
              </a:rPr>
              <a:t>Inconsistent </a:t>
            </a:r>
            <a:r>
              <a:rPr kumimoji="0" lang="en-US" altLang="en-US" sz="1800" b="1" i="0" u="none" strike="noStrike" cap="none" normalizeH="0" baseline="0" dirty="0">
                <a:ln>
                  <a:noFill/>
                </a:ln>
                <a:solidFill>
                  <a:schemeClr val="tx1"/>
                </a:solidFill>
                <a:effectLst/>
                <a:latin typeface="+mn-lt"/>
              </a:rPr>
              <a:t>HTML structures</a:t>
            </a:r>
            <a:r>
              <a:rPr kumimoji="0" lang="en-US" altLang="en-US" sz="1800" b="0" i="0" u="none" strike="noStrike" cap="none" normalizeH="0" baseline="0" dirty="0">
                <a:ln>
                  <a:noFill/>
                </a:ln>
                <a:solidFill>
                  <a:schemeClr val="tx1"/>
                </a:solidFill>
                <a:effectLst/>
                <a:latin typeface="+mn-lt"/>
              </a:rPr>
              <a:t> across different Flipkart product pages.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mn-lt"/>
              </a:rPr>
              <a:t>Missing or incomplete details in </a:t>
            </a:r>
            <a:r>
              <a:rPr kumimoji="0" lang="en-US" altLang="en-US" sz="1800" b="1" i="0" u="none" strike="noStrike" cap="none" normalizeH="0" baseline="0" dirty="0">
                <a:ln>
                  <a:noFill/>
                </a:ln>
                <a:solidFill>
                  <a:schemeClr val="tx1"/>
                </a:solidFill>
                <a:effectLst/>
                <a:latin typeface="+mn-lt"/>
              </a:rPr>
              <a:t>brand, rating, or price</a:t>
            </a:r>
            <a:r>
              <a:rPr kumimoji="0" lang="en-US" altLang="en-US" sz="1800" b="0" i="0" u="none" strike="noStrike" cap="none" normalizeH="0" baseline="0" dirty="0">
                <a:ln>
                  <a:noFill/>
                </a:ln>
                <a:solidFill>
                  <a:schemeClr val="tx1"/>
                </a:solidFill>
                <a:effectLst/>
                <a:latin typeface="+mn-lt"/>
              </a:rPr>
              <a:t> fields.</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mn-lt"/>
              </a:rPr>
              <a:t>Handling </a:t>
            </a:r>
            <a:r>
              <a:rPr kumimoji="0" lang="en-US" altLang="en-US" sz="1800" b="1" i="0" u="none" strike="noStrike" cap="none" normalizeH="0" baseline="0" dirty="0">
                <a:ln>
                  <a:noFill/>
                </a:ln>
                <a:solidFill>
                  <a:schemeClr val="tx1"/>
                </a:solidFill>
                <a:effectLst/>
                <a:latin typeface="+mn-lt"/>
              </a:rPr>
              <a:t>duplicate listings</a:t>
            </a:r>
            <a:r>
              <a:rPr kumimoji="0" lang="en-US" altLang="en-US" sz="1800" b="0" i="0" u="none" strike="noStrike" cap="none" normalizeH="0" baseline="0" dirty="0">
                <a:ln>
                  <a:noFill/>
                </a:ln>
                <a:solidFill>
                  <a:schemeClr val="tx1"/>
                </a:solidFill>
                <a:effectLst/>
                <a:latin typeface="+mn-lt"/>
              </a:rPr>
              <a:t> and cleaning unstructured text data.</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mn-lt"/>
              </a:rPr>
              <a:t>Dealing with </a:t>
            </a:r>
            <a:r>
              <a:rPr kumimoji="0" lang="en-US" altLang="en-US" sz="1800" b="1" i="0" u="none" strike="noStrike" cap="none" normalizeH="0" baseline="0" dirty="0">
                <a:ln>
                  <a:noFill/>
                </a:ln>
                <a:solidFill>
                  <a:schemeClr val="tx1"/>
                </a:solidFill>
                <a:effectLst/>
                <a:latin typeface="+mn-lt"/>
              </a:rPr>
              <a:t>request limits and slow scraping speed</a:t>
            </a:r>
            <a:r>
              <a:rPr kumimoji="0" lang="en-US" altLang="en-US" sz="1800" b="0" i="0" u="none" strike="noStrike" cap="none" normalizeH="0" baseline="0" dirty="0">
                <a:ln>
                  <a:noFill/>
                </a:ln>
                <a:solidFill>
                  <a:schemeClr val="tx1"/>
                </a:solidFill>
                <a:effectLst/>
                <a:latin typeface="+mn-lt"/>
              </a:rPr>
              <a:t> during data extraction.</a:t>
            </a:r>
          </a:p>
          <a:p>
            <a:pPr marL="285750" marR="0" lvl="0" indent="-285750" algn="l" defTabSz="914400" rtl="0" eaLnBrk="0" fontAlgn="base" latinLnBrk="0" hangingPunct="0">
              <a:lnSpc>
                <a:spcPct val="150000"/>
              </a:lnSpc>
              <a:spcBef>
                <a:spcPct val="0"/>
              </a:spcBef>
              <a:spcAft>
                <a:spcPct val="0"/>
              </a:spcAft>
              <a:buClrTx/>
              <a:buSzTx/>
              <a:buFont typeface="Wingdings" panose="05000000000000000000" pitchFamily="2" charset="2"/>
              <a:buChar char="ü"/>
              <a:tabLst/>
            </a:pPr>
            <a:r>
              <a:rPr kumimoji="0" lang="en-US" altLang="en-US" sz="1800" b="0" i="0" u="none" strike="noStrike" cap="none" normalizeH="0" baseline="0" dirty="0">
                <a:ln>
                  <a:noFill/>
                </a:ln>
                <a:solidFill>
                  <a:schemeClr val="tx1"/>
                </a:solidFill>
                <a:effectLst/>
                <a:latin typeface="+mn-lt"/>
              </a:rPr>
              <a:t>Selecting the most </a:t>
            </a:r>
            <a:r>
              <a:rPr kumimoji="0" lang="en-US" altLang="en-US" sz="1800" b="1" i="0" u="none" strike="noStrike" cap="none" normalizeH="0" baseline="0" dirty="0">
                <a:ln>
                  <a:noFill/>
                </a:ln>
                <a:solidFill>
                  <a:schemeClr val="tx1"/>
                </a:solidFill>
                <a:effectLst/>
                <a:latin typeface="+mn-lt"/>
              </a:rPr>
              <a:t>informative visualizations</a:t>
            </a:r>
            <a:r>
              <a:rPr kumimoji="0" lang="en-US" altLang="en-US" sz="1800" b="0" i="0" u="none" strike="noStrike" cap="none" normalizeH="0" baseline="0" dirty="0">
                <a:ln>
                  <a:noFill/>
                </a:ln>
                <a:solidFill>
                  <a:schemeClr val="tx1"/>
                </a:solidFill>
                <a:effectLst/>
                <a:latin typeface="+mn-lt"/>
              </a:rPr>
              <a:t> to present clear and impactful insights.</a:t>
            </a:r>
          </a:p>
          <a:p>
            <a:pPr marL="285750" lvl="0" indent="-285750" eaLnBrk="0" fontAlgn="base" hangingPunct="0">
              <a:lnSpc>
                <a:spcPct val="150000"/>
              </a:lnSpc>
              <a:spcBef>
                <a:spcPct val="0"/>
              </a:spcBef>
              <a:spcAft>
                <a:spcPct val="0"/>
              </a:spcAft>
              <a:buClrTx/>
              <a:buFont typeface="Wingdings" panose="05000000000000000000" pitchFamily="2" charset="2"/>
              <a:buChar char="ü"/>
            </a:pPr>
            <a:r>
              <a:rPr lang="en-US" sz="1800" dirty="0"/>
              <a:t>Ensuring </a:t>
            </a:r>
            <a:r>
              <a:rPr lang="en-US" sz="1800" b="1" dirty="0"/>
              <a:t>accurate data type conversion</a:t>
            </a:r>
            <a:r>
              <a:rPr lang="en-US" sz="1800" dirty="0"/>
              <a:t> for numeric columns like price and rating.</a:t>
            </a:r>
          </a:p>
          <a:p>
            <a:pPr marL="285750" indent="-285750" eaLnBrk="0" fontAlgn="base" hangingPunct="0">
              <a:lnSpc>
                <a:spcPct val="150000"/>
              </a:lnSpc>
              <a:spcBef>
                <a:spcPct val="0"/>
              </a:spcBef>
              <a:spcAft>
                <a:spcPct val="0"/>
              </a:spcAft>
              <a:buClrTx/>
              <a:buFont typeface="Wingdings" panose="05000000000000000000" pitchFamily="2" charset="2"/>
              <a:buChar char="ü"/>
            </a:pPr>
            <a:r>
              <a:rPr lang="en-US" sz="1800" dirty="0"/>
              <a:t>Maintaining </a:t>
            </a:r>
            <a:r>
              <a:rPr lang="en-US" sz="1800" b="1" dirty="0"/>
              <a:t>data consistency</a:t>
            </a:r>
            <a:r>
              <a:rPr lang="en-US" sz="1800" dirty="0"/>
              <a:t> while merging scraped data from multiple pages or sources.</a:t>
            </a:r>
          </a:p>
        </p:txBody>
      </p:sp>
    </p:spTree>
    <p:extLst>
      <p:ext uri="{BB962C8B-B14F-4D97-AF65-F5344CB8AC3E}">
        <p14:creationId xmlns:p14="http://schemas.microsoft.com/office/powerpoint/2010/main" val="17097661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6" name="TextBox 5">
            <a:extLst>
              <a:ext uri="{FF2B5EF4-FFF2-40B4-BE49-F238E27FC236}">
                <a16:creationId xmlns:a16="http://schemas.microsoft.com/office/drawing/2014/main" id="{0BB46504-EA6E-8AC7-D418-2D9996D94562}"/>
              </a:ext>
            </a:extLst>
          </p:cNvPr>
          <p:cNvSpPr txBox="1"/>
          <p:nvPr/>
        </p:nvSpPr>
        <p:spPr>
          <a:xfrm>
            <a:off x="3798388" y="2921168"/>
            <a:ext cx="4442792" cy="1015663"/>
          </a:xfrm>
          <a:prstGeom prst="rect">
            <a:avLst/>
          </a:prstGeom>
          <a:noFill/>
        </p:spPr>
        <p:txBody>
          <a:bodyPr wrap="square" rtlCol="0">
            <a:spAutoFit/>
          </a:bodyPr>
          <a:lstStyle/>
          <a:p>
            <a:pPr algn="ctr"/>
            <a:r>
              <a:rPr lang="en-IN" sz="6000" b="1" dirty="0">
                <a:latin typeface="Times New Roman" panose="02020603050405020304" pitchFamily="18" charset="0"/>
                <a:cs typeface="Times New Roman" panose="02020603050405020304"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square" rtlCol="0">
        <a:spAutoFit/>
      </a:bodyPr>
      <a:lstStyle>
        <a:defPPr algn="l">
          <a:defRPr dirty="0"/>
        </a:defPPr>
      </a:lstStyle>
    </a:txDef>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2417</TotalTime>
  <Words>1379</Words>
  <Application>Microsoft Office PowerPoint</Application>
  <PresentationFormat>Widescreen</PresentationFormat>
  <Paragraphs>109</Paragraphs>
  <Slides>20</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Calibri</vt:lpstr>
      <vt:lpstr>Wingdings</vt:lpstr>
      <vt:lpstr>Arial</vt:lpstr>
      <vt:lpstr>Times New Roman</vt:lpstr>
      <vt:lpstr>Office Theme</vt:lpstr>
      <vt:lpstr>PowerPoint Presentation</vt:lpstr>
      <vt:lpstr>About Me:</vt:lpstr>
      <vt:lpstr>Content:</vt:lpstr>
      <vt:lpstr>Introduction:</vt:lpstr>
      <vt:lpstr>Business Problem:</vt:lpstr>
      <vt:lpstr>Objectives:</vt:lpstr>
      <vt:lpstr>Tools Used:</vt:lpstr>
      <vt:lpstr>Web Scraping:</vt:lpstr>
      <vt:lpstr>Data Cleaning Steps:</vt:lpstr>
      <vt:lpstr>Data Visualization:</vt:lpstr>
      <vt:lpstr>Univariate Analysis </vt:lpstr>
      <vt:lpstr>Ultra HD (4k) dominate the listings, making up the majority of available models on Flipkart. Ultra HD (8k) and Full HD TVs are fewer in number, reflecting their premium nature and higher price segment</vt:lpstr>
      <vt:lpstr>PowerPoint Presentation</vt:lpstr>
      <vt:lpstr>PowerPoint Presentation</vt:lpstr>
      <vt:lpstr>PowerPoint Presentation</vt:lpstr>
      <vt:lpstr>Key Business Questions</vt:lpstr>
      <vt:lpstr>Conclusion:</vt:lpstr>
      <vt:lpstr>Experience– Web Scraping &amp; Data Analysis:</vt:lpstr>
      <vt:lpstr>Challenges – Web Scraping &amp; Data Analysis: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Raghu Ram Aduri</dc:creator>
  <cp:lastModifiedBy>GANESH REDDY</cp:lastModifiedBy>
  <cp:revision>41</cp:revision>
  <dcterms:created xsi:type="dcterms:W3CDTF">2021-02-16T05:19:01Z</dcterms:created>
  <dcterms:modified xsi:type="dcterms:W3CDTF">2025-11-08T12:11:47Z</dcterms:modified>
</cp:coreProperties>
</file>